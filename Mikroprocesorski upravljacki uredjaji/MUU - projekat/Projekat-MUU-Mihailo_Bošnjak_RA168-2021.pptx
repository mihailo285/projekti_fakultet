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25" r:id="rId1"/>
  </p:sldMasterIdLst>
  <p:notesMasterIdLst>
    <p:notesMasterId r:id="rId10"/>
  </p:notesMasterIdLst>
  <p:sldIdLst>
    <p:sldId id="256" r:id="rId2"/>
    <p:sldId id="263" r:id="rId3"/>
    <p:sldId id="267" r:id="rId4"/>
    <p:sldId id="258" r:id="rId5"/>
    <p:sldId id="377" r:id="rId6"/>
    <p:sldId id="378" r:id="rId7"/>
    <p:sldId id="376" r:id="rId8"/>
    <p:sldId id="340" r:id="rId9"/>
  </p:sldIdLst>
  <p:sldSz cx="9144000" cy="5143500" type="screen16x9"/>
  <p:notesSz cx="6858000" cy="9144000"/>
  <p:embeddedFontLst>
    <p:embeddedFont>
      <p:font typeface="Nunito" charset="0"/>
      <p:regular r:id="rId11"/>
      <p:bold r:id="rId12"/>
      <p:italic r:id="rId13"/>
      <p:boldItalic r:id="rId14"/>
    </p:embeddedFont>
    <p:embeddedFont>
      <p:font typeface="Hammersmith One" charset="0"/>
      <p:regular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B7084F0-1056-4B85-A8EA-36846133E6B9}">
  <a:tblStyle styleId="{DB7084F0-1056-4B85-A8EA-36846133E6B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141BD4C-731F-4B33-8D6F-7048BE5B4D74}" styleName="Table_1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4E7E7"/>
          </a:solidFill>
        </a:fill>
      </a:tcStyle>
    </a:wholeTbl>
    <a:band1H>
      <a:tcTxStyle/>
      <a:tcStyle>
        <a:tcBdr/>
        <a:fill>
          <a:solidFill>
            <a:srgbClr val="E8CCCB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8CCCB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FCBD24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FCBD24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CBD24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CBD24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B1281AB-A6CC-469A-9C96-5068EE4E4566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CF3"/>
          </a:solidFill>
        </a:fill>
      </a:tcStyle>
    </a:wholeTbl>
    <a:band1H>
      <a:tcTxStyle/>
      <a:tcStyle>
        <a:tcBdr/>
        <a:fill>
          <a:solidFill>
            <a:srgbClr val="CBD7E6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BD7E6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5EB2FC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5EB2FC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5EB2FC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5EB2FC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D56F767-ACC0-4509-A53F-B43E9574FC8F}" styleName="Table_3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7E8"/>
          </a:solidFill>
        </a:fill>
      </a:tcStyle>
    </a:wholeTbl>
    <a:band1H>
      <a:tcTxStyle/>
      <a:tcStyle>
        <a:tcBdr/>
        <a:fill>
          <a:solidFill>
            <a:srgbClr val="CECBC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ECBC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EC3A3B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EC3A3B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EC3A3B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EC3A3B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0846B48-EA09-43B1-ABBD-078A04EA9BAE}" styleName="Table_4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F0ED"/>
          </a:solidFill>
        </a:fill>
      </a:tcStyle>
    </a:wholeTbl>
    <a:band1H>
      <a:tcTxStyle/>
      <a:tcStyle>
        <a:tcBdr/>
        <a:fill>
          <a:solidFill>
            <a:srgbClr val="CADFD8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FD8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69E78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69E78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69E78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69E78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043A1F0-EB8B-4A32-80E2-6433F3B24C0B}" styleName="Table_5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DEFE6"/>
          </a:solidFill>
        </a:fill>
      </a:tcStyle>
    </a:wholeTbl>
    <a:band1H>
      <a:tcTxStyle/>
      <a:tcStyle>
        <a:tcBdr/>
        <a:fill>
          <a:solidFill>
            <a:srgbClr val="FADE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ADEC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4949E7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4949E7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4949E7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4949E7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87" autoAdjust="0"/>
    <p:restoredTop sz="94660"/>
  </p:normalViewPr>
  <p:slideViewPr>
    <p:cSldViewPr snapToGrid="0">
      <p:cViewPr>
        <p:scale>
          <a:sx n="118" d="100"/>
          <a:sy n="118" d="100"/>
        </p:scale>
        <p:origin x="-326" y="23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5506254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8" name="Google Shape;199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9" name="Google Shape;199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02204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0" name="Google Shape;2070;gc6a01074ef_0_214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1" name="Google Shape;2071;gc6a01074ef_0_214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71688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7" name="Google Shape;2097;gc72ba98ae8_1_4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8" name="Google Shape;2098;gc72ba98ae8_1_4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45070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0" name="Google Shape;2010;gc6a01074ef_0_179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1" name="Google Shape;2011;gc6a01074ef_0_179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03867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4" name="Google Shape;3464;g10363c24f6e_1_5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5" name="Google Shape;3465;g10363c24f6e_1_5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06499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4" name="Google Shape;3464;g10363c24f6e_1_5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5" name="Google Shape;3465;g10363c24f6e_1_5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60734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4" name="Google Shape;3464;g10363c24f6e_1_5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5" name="Google Shape;3465;g10363c24f6e_1_5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63505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5" name="Google Shape;3515;gc6a01074ef_0_209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6" name="Google Shape;3516;gc6a01074ef_0_209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561303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10800000" flipH="1">
            <a:off x="-1411582" y="-1157400"/>
            <a:ext cx="4436782" cy="3714342"/>
          </a:xfrm>
          <a:custGeom>
            <a:avLst/>
            <a:gdLst/>
            <a:ahLst/>
            <a:cxnLst/>
            <a:rect l="l" t="t" r="r" b="b"/>
            <a:pathLst>
              <a:path w="61178" h="52038" extrusionOk="0">
                <a:moveTo>
                  <a:pt x="4170" y="12043"/>
                </a:moveTo>
                <a:cubicBezTo>
                  <a:pt x="7339" y="7239"/>
                  <a:pt x="14177" y="1"/>
                  <a:pt x="24184" y="5571"/>
                </a:cubicBezTo>
                <a:cubicBezTo>
                  <a:pt x="34191" y="11142"/>
                  <a:pt x="29988" y="17146"/>
                  <a:pt x="34024" y="21249"/>
                </a:cubicBezTo>
                <a:cubicBezTo>
                  <a:pt x="38061" y="25319"/>
                  <a:pt x="43198" y="25586"/>
                  <a:pt x="51103" y="27253"/>
                </a:cubicBezTo>
                <a:cubicBezTo>
                  <a:pt x="58976" y="28921"/>
                  <a:pt x="61177" y="36093"/>
                  <a:pt x="54472" y="41664"/>
                </a:cubicBezTo>
                <a:cubicBezTo>
                  <a:pt x="47801" y="47268"/>
                  <a:pt x="33758" y="52038"/>
                  <a:pt x="26819" y="46467"/>
                </a:cubicBezTo>
                <a:cubicBezTo>
                  <a:pt x="19848" y="40930"/>
                  <a:pt x="11108" y="34826"/>
                  <a:pt x="5537" y="31590"/>
                </a:cubicBezTo>
                <a:cubicBezTo>
                  <a:pt x="0" y="28388"/>
                  <a:pt x="967" y="16879"/>
                  <a:pt x="4170" y="1204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1062825" y="3370500"/>
            <a:ext cx="775608" cy="1012954"/>
          </a:xfrm>
          <a:custGeom>
            <a:avLst/>
            <a:gdLst/>
            <a:ahLst/>
            <a:cxnLst/>
            <a:rect l="l" t="t" r="r" b="b"/>
            <a:pathLst>
              <a:path w="17277" h="22564" extrusionOk="0">
                <a:moveTo>
                  <a:pt x="9074" y="0"/>
                </a:moveTo>
                <a:cubicBezTo>
                  <a:pt x="8555" y="0"/>
                  <a:pt x="8010" y="60"/>
                  <a:pt x="7441" y="188"/>
                </a:cubicBezTo>
                <a:cubicBezTo>
                  <a:pt x="2543" y="1285"/>
                  <a:pt x="1" y="6692"/>
                  <a:pt x="54" y="12607"/>
                </a:cubicBezTo>
                <a:cubicBezTo>
                  <a:pt x="134" y="18683"/>
                  <a:pt x="3989" y="22189"/>
                  <a:pt x="8592" y="22564"/>
                </a:cubicBezTo>
                <a:cubicBezTo>
                  <a:pt x="14641" y="22082"/>
                  <a:pt x="16354" y="18388"/>
                  <a:pt x="16836" y="12312"/>
                </a:cubicBezTo>
                <a:cubicBezTo>
                  <a:pt x="17276" y="6737"/>
                  <a:pt x="14567" y="0"/>
                  <a:pt x="907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7605425" y="342175"/>
            <a:ext cx="2052600" cy="2052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6412578" y="-640069"/>
            <a:ext cx="1962482" cy="1953284"/>
            <a:chOff x="386328" y="2672681"/>
            <a:chExt cx="1962482" cy="1953284"/>
          </a:xfrm>
        </p:grpSpPr>
        <p:sp>
          <p:nvSpPr>
            <p:cNvPr id="13" name="Google Shape;13;p2"/>
            <p:cNvSpPr/>
            <p:nvPr/>
          </p:nvSpPr>
          <p:spPr>
            <a:xfrm>
              <a:off x="602590" y="3031586"/>
              <a:ext cx="2321" cy="2364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386328" y="2672681"/>
              <a:ext cx="1962482" cy="1953284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795817" y="2846396"/>
              <a:ext cx="10401" cy="8080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906269" y="2679600"/>
              <a:ext cx="308321" cy="260014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1314642" y="2672681"/>
              <a:ext cx="309481" cy="266933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1724131" y="2785411"/>
              <a:ext cx="117372" cy="69065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1874810" y="2808447"/>
              <a:ext cx="6962" cy="131167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451868" y="3289279"/>
              <a:ext cx="2364" cy="4642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516292" y="3153513"/>
              <a:ext cx="88620" cy="55269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04963" y="2940732"/>
              <a:ext cx="308321" cy="353189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1113335" y="2940732"/>
              <a:ext cx="309481" cy="35202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1522825" y="2940732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1931197" y="2975243"/>
              <a:ext cx="308321" cy="317518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389766" y="3559565"/>
              <a:ext cx="8080" cy="10401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497897" y="3303075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906269" y="3303075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1314642" y="3303075"/>
              <a:ext cx="309481" cy="35202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1724131" y="3301915"/>
              <a:ext cx="308321" cy="353189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2132503" y="3301915"/>
              <a:ext cx="207109" cy="353189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395525" y="3644703"/>
              <a:ext cx="209386" cy="35202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704963" y="3644703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1113335" y="3644703"/>
              <a:ext cx="309481" cy="35202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1522825" y="3644703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1931197" y="3644703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2339569" y="3728681"/>
              <a:ext cx="6919" cy="10401"/>
            </a:xfrm>
            <a:custGeom>
              <a:avLst/>
              <a:gdLst/>
              <a:ahLst/>
              <a:cxnLst/>
              <a:rect l="l" t="t" r="r" b="b"/>
              <a:pathLst>
                <a:path w="161" h="242" extrusionOk="0">
                  <a:moveTo>
                    <a:pt x="81" y="1"/>
                  </a:moveTo>
                  <a:lnTo>
                    <a:pt x="0" y="161"/>
                  </a:lnTo>
                  <a:lnTo>
                    <a:pt x="134" y="241"/>
                  </a:lnTo>
                  <a:cubicBezTo>
                    <a:pt x="134" y="161"/>
                    <a:pt x="134" y="108"/>
                    <a:pt x="161" y="27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497897" y="4010528"/>
              <a:ext cx="308321" cy="314080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906269" y="4010528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1314642" y="4010528"/>
              <a:ext cx="309481" cy="35202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1724131" y="4010528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2132503" y="4095623"/>
              <a:ext cx="84021" cy="52948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890153" y="4437294"/>
              <a:ext cx="123131" cy="73663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855642" y="4352156"/>
              <a:ext cx="6962" cy="139247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1113335" y="4352156"/>
              <a:ext cx="309481" cy="273810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1522825" y="4352156"/>
              <a:ext cx="308321" cy="26577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1931197" y="4437294"/>
              <a:ext cx="13839" cy="10401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" name="Google Shape;48;p2"/>
          <p:cNvSpPr/>
          <p:nvPr/>
        </p:nvSpPr>
        <p:spPr>
          <a:xfrm>
            <a:off x="-125" y="4599425"/>
            <a:ext cx="9144321" cy="595550"/>
          </a:xfrm>
          <a:custGeom>
            <a:avLst/>
            <a:gdLst/>
            <a:ahLst/>
            <a:cxnLst/>
            <a:rect l="l" t="t" r="r" b="b"/>
            <a:pathLst>
              <a:path w="287196" h="23822" extrusionOk="0">
                <a:moveTo>
                  <a:pt x="1" y="0"/>
                </a:moveTo>
                <a:lnTo>
                  <a:pt x="1" y="23822"/>
                </a:lnTo>
                <a:lnTo>
                  <a:pt x="287196" y="23822"/>
                </a:lnTo>
                <a:lnTo>
                  <a:pt x="28719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2"/>
          <p:cNvSpPr txBox="1">
            <a:spLocks noGrp="1"/>
          </p:cNvSpPr>
          <p:nvPr>
            <p:ph type="ctrTitle"/>
          </p:nvPr>
        </p:nvSpPr>
        <p:spPr>
          <a:xfrm>
            <a:off x="1283094" y="1290750"/>
            <a:ext cx="65778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500" b="1">
                <a:solidFill>
                  <a:srgbClr val="806860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0" name="Google Shape;50;p2"/>
          <p:cNvSpPr txBox="1">
            <a:spLocks noGrp="1"/>
          </p:cNvSpPr>
          <p:nvPr>
            <p:ph type="subTitle" idx="1"/>
          </p:nvPr>
        </p:nvSpPr>
        <p:spPr>
          <a:xfrm>
            <a:off x="1283100" y="3394625"/>
            <a:ext cx="6577800" cy="45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latin typeface="Manjari"/>
                <a:ea typeface="Manjari"/>
                <a:cs typeface="Manjari"/>
                <a:sym typeface="Manjari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7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3"/>
          <p:cNvSpPr/>
          <p:nvPr/>
        </p:nvSpPr>
        <p:spPr>
          <a:xfrm>
            <a:off x="7233675" y="-730075"/>
            <a:ext cx="3030078" cy="3486687"/>
          </a:xfrm>
          <a:custGeom>
            <a:avLst/>
            <a:gdLst/>
            <a:ahLst/>
            <a:cxnLst/>
            <a:rect l="l" t="t" r="r" b="b"/>
            <a:pathLst>
              <a:path w="72386" h="83294" extrusionOk="0">
                <a:moveTo>
                  <a:pt x="50403" y="3137"/>
                </a:moveTo>
                <a:cubicBezTo>
                  <a:pt x="56941" y="6272"/>
                  <a:pt x="64246" y="10108"/>
                  <a:pt x="60711" y="17614"/>
                </a:cubicBezTo>
                <a:cubicBezTo>
                  <a:pt x="57175" y="25119"/>
                  <a:pt x="44632" y="42031"/>
                  <a:pt x="52938" y="45433"/>
                </a:cubicBezTo>
                <a:cubicBezTo>
                  <a:pt x="61211" y="48803"/>
                  <a:pt x="72386" y="48302"/>
                  <a:pt x="71885" y="57942"/>
                </a:cubicBezTo>
                <a:cubicBezTo>
                  <a:pt x="71351" y="67583"/>
                  <a:pt x="54640" y="83294"/>
                  <a:pt x="40096" y="76189"/>
                </a:cubicBezTo>
                <a:cubicBezTo>
                  <a:pt x="25552" y="69084"/>
                  <a:pt x="35359" y="53839"/>
                  <a:pt x="20982" y="50137"/>
                </a:cubicBezTo>
                <a:cubicBezTo>
                  <a:pt x="6605" y="46434"/>
                  <a:pt x="1" y="20916"/>
                  <a:pt x="6939" y="13477"/>
                </a:cubicBezTo>
                <a:cubicBezTo>
                  <a:pt x="13877" y="6039"/>
                  <a:pt x="43865" y="1"/>
                  <a:pt x="50403" y="313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3"/>
          <p:cNvSpPr/>
          <p:nvPr/>
        </p:nvSpPr>
        <p:spPr>
          <a:xfrm rot="2540379">
            <a:off x="-721411" y="3502530"/>
            <a:ext cx="2268525" cy="1945325"/>
          </a:xfrm>
          <a:custGeom>
            <a:avLst/>
            <a:gdLst/>
            <a:ahLst/>
            <a:cxnLst/>
            <a:rect l="l" t="t" r="r" b="b"/>
            <a:pathLst>
              <a:path w="40029" h="34326" extrusionOk="0">
                <a:moveTo>
                  <a:pt x="7939" y="1669"/>
                </a:moveTo>
                <a:cubicBezTo>
                  <a:pt x="12943" y="3370"/>
                  <a:pt x="11275" y="10875"/>
                  <a:pt x="18780" y="8040"/>
                </a:cubicBezTo>
                <a:cubicBezTo>
                  <a:pt x="26286" y="5238"/>
                  <a:pt x="30722" y="3770"/>
                  <a:pt x="35392" y="8040"/>
                </a:cubicBezTo>
                <a:cubicBezTo>
                  <a:pt x="40029" y="12343"/>
                  <a:pt x="29621" y="14411"/>
                  <a:pt x="33991" y="20682"/>
                </a:cubicBezTo>
                <a:cubicBezTo>
                  <a:pt x="38361" y="26920"/>
                  <a:pt x="27520" y="34325"/>
                  <a:pt x="19814" y="30523"/>
                </a:cubicBezTo>
                <a:cubicBezTo>
                  <a:pt x="12109" y="26720"/>
                  <a:pt x="4937" y="23851"/>
                  <a:pt x="2502" y="16613"/>
                </a:cubicBezTo>
                <a:cubicBezTo>
                  <a:pt x="0" y="9207"/>
                  <a:pt x="2936" y="1"/>
                  <a:pt x="7939" y="166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3"/>
          <p:cNvSpPr txBox="1">
            <a:spLocks noGrp="1"/>
          </p:cNvSpPr>
          <p:nvPr>
            <p:ph type="subTitle" idx="1"/>
          </p:nvPr>
        </p:nvSpPr>
        <p:spPr>
          <a:xfrm>
            <a:off x="3905700" y="3380175"/>
            <a:ext cx="1923600" cy="102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rgbClr val="0000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13"/>
          <p:cNvSpPr txBox="1">
            <a:spLocks noGrp="1"/>
          </p:cNvSpPr>
          <p:nvPr>
            <p:ph type="subTitle" idx="2"/>
          </p:nvPr>
        </p:nvSpPr>
        <p:spPr>
          <a:xfrm>
            <a:off x="1391100" y="3380175"/>
            <a:ext cx="1923600" cy="102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rgbClr val="0000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13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17" name="Google Shape;217;p13">
            <a:hlinkClick r:id="" action="ppaction://noaction"/>
          </p:cNvPr>
          <p:cNvSpPr txBox="1">
            <a:spLocks noGrp="1"/>
          </p:cNvSpPr>
          <p:nvPr>
            <p:ph type="subTitle" idx="3"/>
          </p:nvPr>
        </p:nvSpPr>
        <p:spPr>
          <a:xfrm>
            <a:off x="1391100" y="1434475"/>
            <a:ext cx="19236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218" name="Google Shape;218;p13">
            <a:hlinkClick r:id="rId2" action="ppaction://hlinksldjump"/>
          </p:cNvPr>
          <p:cNvSpPr txBox="1">
            <a:spLocks noGrp="1"/>
          </p:cNvSpPr>
          <p:nvPr>
            <p:ph type="subTitle" idx="4"/>
          </p:nvPr>
        </p:nvSpPr>
        <p:spPr>
          <a:xfrm>
            <a:off x="3905700" y="1434475"/>
            <a:ext cx="19236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219" name="Google Shape;219;p13">
            <a:hlinkClick r:id="" action="ppaction://noaction"/>
          </p:cNvPr>
          <p:cNvSpPr txBox="1">
            <a:spLocks noGrp="1"/>
          </p:cNvSpPr>
          <p:nvPr>
            <p:ph type="subTitle" idx="5"/>
          </p:nvPr>
        </p:nvSpPr>
        <p:spPr>
          <a:xfrm>
            <a:off x="1391100" y="2992287"/>
            <a:ext cx="19236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220" name="Google Shape;220;p13">
            <a:hlinkClick r:id="" action="ppaction://noaction"/>
          </p:cNvPr>
          <p:cNvSpPr txBox="1">
            <a:spLocks noGrp="1"/>
          </p:cNvSpPr>
          <p:nvPr>
            <p:ph type="subTitle" idx="6"/>
          </p:nvPr>
        </p:nvSpPr>
        <p:spPr>
          <a:xfrm>
            <a:off x="3905700" y="2992287"/>
            <a:ext cx="19236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221" name="Google Shape;221;p13"/>
          <p:cNvSpPr txBox="1">
            <a:spLocks noGrp="1"/>
          </p:cNvSpPr>
          <p:nvPr>
            <p:ph type="subTitle" idx="7"/>
          </p:nvPr>
        </p:nvSpPr>
        <p:spPr>
          <a:xfrm>
            <a:off x="1391100" y="1825209"/>
            <a:ext cx="1923600" cy="102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rgbClr val="0000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13"/>
          <p:cNvSpPr txBox="1">
            <a:spLocks noGrp="1"/>
          </p:cNvSpPr>
          <p:nvPr>
            <p:ph type="subTitle" idx="8"/>
          </p:nvPr>
        </p:nvSpPr>
        <p:spPr>
          <a:xfrm>
            <a:off x="3905700" y="1825209"/>
            <a:ext cx="1923600" cy="102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rgbClr val="0000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13">
            <a:hlinkClick r:id="" action="ppaction://noaction"/>
          </p:cNvPr>
          <p:cNvSpPr txBox="1">
            <a:spLocks noGrp="1"/>
          </p:cNvSpPr>
          <p:nvPr>
            <p:ph type="title" idx="9" hasCustomPrompt="1"/>
          </p:nvPr>
        </p:nvSpPr>
        <p:spPr>
          <a:xfrm>
            <a:off x="792175" y="1434475"/>
            <a:ext cx="596400" cy="41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224" name="Google Shape;224;p13">
            <a:hlinkClick r:id="rId2" action="ppaction://hlinksldjump"/>
          </p:cNvPr>
          <p:cNvSpPr txBox="1">
            <a:spLocks noGrp="1"/>
          </p:cNvSpPr>
          <p:nvPr>
            <p:ph type="title" idx="13" hasCustomPrompt="1"/>
          </p:nvPr>
        </p:nvSpPr>
        <p:spPr>
          <a:xfrm>
            <a:off x="3314700" y="1434475"/>
            <a:ext cx="596400" cy="41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225" name="Google Shape;225;p13">
            <a:hlinkClick r:id="" action="ppaction://noaction"/>
          </p:cNvPr>
          <p:cNvSpPr txBox="1">
            <a:spLocks noGrp="1"/>
          </p:cNvSpPr>
          <p:nvPr>
            <p:ph type="title" idx="14" hasCustomPrompt="1"/>
          </p:nvPr>
        </p:nvSpPr>
        <p:spPr>
          <a:xfrm>
            <a:off x="792175" y="2992276"/>
            <a:ext cx="596400" cy="41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226" name="Google Shape;226;p13">
            <a:hlinkClick r:id="" action="ppaction://noaction"/>
          </p:cNvPr>
          <p:cNvSpPr txBox="1">
            <a:spLocks noGrp="1"/>
          </p:cNvSpPr>
          <p:nvPr>
            <p:ph type="title" idx="15" hasCustomPrompt="1"/>
          </p:nvPr>
        </p:nvSpPr>
        <p:spPr>
          <a:xfrm>
            <a:off x="3314700" y="2992276"/>
            <a:ext cx="596400" cy="41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227" name="Google Shape;227;p13"/>
          <p:cNvSpPr txBox="1">
            <a:spLocks noGrp="1"/>
          </p:cNvSpPr>
          <p:nvPr>
            <p:ph type="subTitle" idx="16"/>
          </p:nvPr>
        </p:nvSpPr>
        <p:spPr>
          <a:xfrm>
            <a:off x="6428225" y="3380175"/>
            <a:ext cx="1923600" cy="102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rgbClr val="0000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13">
            <a:hlinkClick r:id="" action="ppaction://noaction"/>
          </p:cNvPr>
          <p:cNvSpPr txBox="1">
            <a:spLocks noGrp="1"/>
          </p:cNvSpPr>
          <p:nvPr>
            <p:ph type="subTitle" idx="17"/>
          </p:nvPr>
        </p:nvSpPr>
        <p:spPr>
          <a:xfrm>
            <a:off x="6428225" y="1434475"/>
            <a:ext cx="19236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229" name="Google Shape;229;p13">
            <a:hlinkClick r:id="" action="ppaction://noaction"/>
          </p:cNvPr>
          <p:cNvSpPr txBox="1">
            <a:spLocks noGrp="1"/>
          </p:cNvSpPr>
          <p:nvPr>
            <p:ph type="subTitle" idx="18"/>
          </p:nvPr>
        </p:nvSpPr>
        <p:spPr>
          <a:xfrm>
            <a:off x="6428225" y="2992287"/>
            <a:ext cx="19236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230" name="Google Shape;230;p13"/>
          <p:cNvSpPr txBox="1">
            <a:spLocks noGrp="1"/>
          </p:cNvSpPr>
          <p:nvPr>
            <p:ph type="subTitle" idx="19"/>
          </p:nvPr>
        </p:nvSpPr>
        <p:spPr>
          <a:xfrm>
            <a:off x="6428225" y="1825209"/>
            <a:ext cx="1923600" cy="102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rgbClr val="0000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13">
            <a:hlinkClick r:id="" action="ppaction://noaction"/>
          </p:cNvPr>
          <p:cNvSpPr txBox="1">
            <a:spLocks noGrp="1"/>
          </p:cNvSpPr>
          <p:nvPr>
            <p:ph type="title" idx="20" hasCustomPrompt="1"/>
          </p:nvPr>
        </p:nvSpPr>
        <p:spPr>
          <a:xfrm>
            <a:off x="5837225" y="1434475"/>
            <a:ext cx="596400" cy="41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232" name="Google Shape;232;p13">
            <a:hlinkClick r:id="" action="ppaction://noaction"/>
          </p:cNvPr>
          <p:cNvSpPr txBox="1">
            <a:spLocks noGrp="1"/>
          </p:cNvSpPr>
          <p:nvPr>
            <p:ph type="title" idx="21" hasCustomPrompt="1"/>
          </p:nvPr>
        </p:nvSpPr>
        <p:spPr>
          <a:xfrm>
            <a:off x="5837225" y="2992276"/>
            <a:ext cx="596400" cy="41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3">
  <p:cSld name="CUSTOM_46"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0"/>
          <p:cNvSpPr txBox="1">
            <a:spLocks noGrp="1"/>
          </p:cNvSpPr>
          <p:nvPr>
            <p:ph type="subTitle" idx="1"/>
          </p:nvPr>
        </p:nvSpPr>
        <p:spPr>
          <a:xfrm>
            <a:off x="924775" y="2021538"/>
            <a:ext cx="370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0" name="Google Shape;430;p20"/>
          <p:cNvSpPr txBox="1">
            <a:spLocks noGrp="1"/>
          </p:cNvSpPr>
          <p:nvPr>
            <p:ph type="title" hasCustomPrompt="1"/>
          </p:nvPr>
        </p:nvSpPr>
        <p:spPr>
          <a:xfrm>
            <a:off x="924775" y="1415738"/>
            <a:ext cx="48444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5600">
                <a:solidFill>
                  <a:schemeClr val="accen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31" name="Google Shape;431;p20"/>
          <p:cNvSpPr txBox="1">
            <a:spLocks noGrp="1"/>
          </p:cNvSpPr>
          <p:nvPr>
            <p:ph type="subTitle" idx="2"/>
          </p:nvPr>
        </p:nvSpPr>
        <p:spPr>
          <a:xfrm>
            <a:off x="924775" y="3155063"/>
            <a:ext cx="370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2" name="Google Shape;432;p20"/>
          <p:cNvSpPr txBox="1">
            <a:spLocks noGrp="1"/>
          </p:cNvSpPr>
          <p:nvPr>
            <p:ph type="title" idx="3" hasCustomPrompt="1"/>
          </p:nvPr>
        </p:nvSpPr>
        <p:spPr>
          <a:xfrm>
            <a:off x="924775" y="2549236"/>
            <a:ext cx="48444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5600">
                <a:solidFill>
                  <a:schemeClr val="accen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433" name="Google Shape;433;p20"/>
          <p:cNvGrpSpPr/>
          <p:nvPr/>
        </p:nvGrpSpPr>
        <p:grpSpPr>
          <a:xfrm flipH="1">
            <a:off x="6914055" y="-80449"/>
            <a:ext cx="2277317" cy="5304377"/>
            <a:chOff x="224725" y="566950"/>
            <a:chExt cx="1850875" cy="4311100"/>
          </a:xfrm>
        </p:grpSpPr>
        <p:sp>
          <p:nvSpPr>
            <p:cNvPr id="434" name="Google Shape;434;p20"/>
            <p:cNvSpPr/>
            <p:nvPr/>
          </p:nvSpPr>
          <p:spPr>
            <a:xfrm>
              <a:off x="1914975" y="566950"/>
              <a:ext cx="160625" cy="2033000"/>
            </a:xfrm>
            <a:custGeom>
              <a:avLst/>
              <a:gdLst/>
              <a:ahLst/>
              <a:cxnLst/>
              <a:rect l="l" t="t" r="r" b="b"/>
              <a:pathLst>
                <a:path w="6425" h="81320" extrusionOk="0">
                  <a:moveTo>
                    <a:pt x="126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27" y="217"/>
                    <a:pt x="81" y="244"/>
                  </a:cubicBezTo>
                  <a:cubicBezTo>
                    <a:pt x="1821" y="1261"/>
                    <a:pt x="2972" y="3188"/>
                    <a:pt x="2945" y="5035"/>
                  </a:cubicBezTo>
                  <a:cubicBezTo>
                    <a:pt x="2945" y="5089"/>
                    <a:pt x="2972" y="5142"/>
                    <a:pt x="2998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8" y="15367"/>
                  </a:cubicBezTo>
                  <a:cubicBezTo>
                    <a:pt x="2945" y="15394"/>
                    <a:pt x="2945" y="15447"/>
                    <a:pt x="2945" y="15501"/>
                  </a:cubicBezTo>
                  <a:cubicBezTo>
                    <a:pt x="2998" y="17321"/>
                    <a:pt x="1848" y="19248"/>
                    <a:pt x="108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316"/>
                    <a:pt x="2945" y="25324"/>
                  </a:cubicBezTo>
                  <a:cubicBezTo>
                    <a:pt x="2945" y="25350"/>
                    <a:pt x="2972" y="25404"/>
                    <a:pt x="2998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45" y="35762"/>
                  </a:cubicBezTo>
                  <a:cubicBezTo>
                    <a:pt x="3106" y="37823"/>
                    <a:pt x="1633" y="39643"/>
                    <a:pt x="108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45" y="43658"/>
                    <a:pt x="2945" y="45532"/>
                  </a:cubicBezTo>
                  <a:cubicBezTo>
                    <a:pt x="2945" y="45558"/>
                    <a:pt x="2945" y="45558"/>
                    <a:pt x="2945" y="45585"/>
                  </a:cubicBez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8" y="55917"/>
                  </a:cubicBezTo>
                  <a:cubicBezTo>
                    <a:pt x="2972" y="55917"/>
                    <a:pt x="2945" y="55970"/>
                    <a:pt x="2945" y="56024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900"/>
                    <a:pt x="2972" y="65927"/>
                    <a:pt x="2998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8" y="76178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86"/>
                    <a:pt x="81" y="81076"/>
                  </a:cubicBezTo>
                  <a:cubicBezTo>
                    <a:pt x="27" y="81130"/>
                    <a:pt x="1" y="81183"/>
                    <a:pt x="27" y="81264"/>
                  </a:cubicBezTo>
                  <a:cubicBezTo>
                    <a:pt x="61" y="81297"/>
                    <a:pt x="104" y="81320"/>
                    <a:pt x="145" y="81320"/>
                  </a:cubicBezTo>
                  <a:cubicBezTo>
                    <a:pt x="170" y="81320"/>
                    <a:pt x="194" y="81311"/>
                    <a:pt x="215" y="81290"/>
                  </a:cubicBezTo>
                  <a:cubicBezTo>
                    <a:pt x="2008" y="80273"/>
                    <a:pt x="3106" y="78427"/>
                    <a:pt x="3186" y="76366"/>
                  </a:cubicBezTo>
                  <a:cubicBezTo>
                    <a:pt x="5166" y="75322"/>
                    <a:pt x="6424" y="73314"/>
                    <a:pt x="6424" y="71066"/>
                  </a:cubicBezTo>
                  <a:cubicBezTo>
                    <a:pt x="6424" y="68818"/>
                    <a:pt x="5166" y="66784"/>
                    <a:pt x="3186" y="65766"/>
                  </a:cubicBezTo>
                  <a:cubicBezTo>
                    <a:pt x="3106" y="63786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104"/>
                  </a:cubicBezTo>
                  <a:cubicBezTo>
                    <a:pt x="5166" y="55060"/>
                    <a:pt x="6424" y="53053"/>
                    <a:pt x="6424" y="50804"/>
                  </a:cubicBezTo>
                  <a:cubicBezTo>
                    <a:pt x="6424" y="48556"/>
                    <a:pt x="5166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723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66" y="26260"/>
                    <a:pt x="3186" y="25243"/>
                  </a:cubicBezTo>
                  <a:cubicBezTo>
                    <a:pt x="3106" y="23236"/>
                    <a:pt x="2062" y="21443"/>
                    <a:pt x="375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608"/>
                    <a:pt x="3186" y="15581"/>
                    <a:pt x="3186" y="15554"/>
                  </a:cubicBezTo>
                  <a:cubicBezTo>
                    <a:pt x="5166" y="14537"/>
                    <a:pt x="6424" y="12503"/>
                    <a:pt x="6424" y="10255"/>
                  </a:cubicBezTo>
                  <a:cubicBezTo>
                    <a:pt x="6424" y="8033"/>
                    <a:pt x="5166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2008" y="1074"/>
                    <a:pt x="215" y="30"/>
                  </a:cubicBezTo>
                  <a:cubicBezTo>
                    <a:pt x="184" y="10"/>
                    <a:pt x="153" y="1"/>
                    <a:pt x="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0"/>
            <p:cNvSpPr/>
            <p:nvPr/>
          </p:nvSpPr>
          <p:spPr>
            <a:xfrm>
              <a:off x="1761075" y="8188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49" y="1"/>
                  </a:moveTo>
                  <a:cubicBezTo>
                    <a:pt x="110" y="1"/>
                    <a:pt x="71" y="20"/>
                    <a:pt x="54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54" y="204"/>
                    <a:pt x="81" y="231"/>
                  </a:cubicBezTo>
                  <a:cubicBezTo>
                    <a:pt x="1821" y="1248"/>
                    <a:pt x="2972" y="3175"/>
                    <a:pt x="2945" y="5022"/>
                  </a:cubicBezTo>
                  <a:cubicBezTo>
                    <a:pt x="2945" y="5076"/>
                    <a:pt x="2972" y="5129"/>
                    <a:pt x="2998" y="5156"/>
                  </a:cubicBezTo>
                  <a:cubicBezTo>
                    <a:pt x="4952" y="6119"/>
                    <a:pt x="6183" y="8073"/>
                    <a:pt x="6183" y="10268"/>
                  </a:cubicBezTo>
                  <a:cubicBezTo>
                    <a:pt x="6183" y="12436"/>
                    <a:pt x="4952" y="14390"/>
                    <a:pt x="2998" y="15354"/>
                  </a:cubicBezTo>
                  <a:cubicBezTo>
                    <a:pt x="2972" y="15380"/>
                    <a:pt x="2945" y="15461"/>
                    <a:pt x="2945" y="15487"/>
                  </a:cubicBezTo>
                  <a:cubicBezTo>
                    <a:pt x="2998" y="17334"/>
                    <a:pt x="1847" y="19235"/>
                    <a:pt x="108" y="20278"/>
                  </a:cubicBezTo>
                  <a:cubicBezTo>
                    <a:pt x="81" y="20278"/>
                    <a:pt x="27" y="20305"/>
                    <a:pt x="27" y="20359"/>
                  </a:cubicBezTo>
                  <a:cubicBezTo>
                    <a:pt x="27" y="20412"/>
                    <a:pt x="27" y="20466"/>
                    <a:pt x="81" y="20493"/>
                  </a:cubicBezTo>
                  <a:cubicBezTo>
                    <a:pt x="1821" y="21510"/>
                    <a:pt x="2891" y="23303"/>
                    <a:pt x="2945" y="25310"/>
                  </a:cubicBezTo>
                  <a:cubicBezTo>
                    <a:pt x="2945" y="25364"/>
                    <a:pt x="2972" y="25391"/>
                    <a:pt x="2998" y="25417"/>
                  </a:cubicBezTo>
                  <a:cubicBezTo>
                    <a:pt x="4952" y="26381"/>
                    <a:pt x="6183" y="28362"/>
                    <a:pt x="6183" y="30530"/>
                  </a:cubicBezTo>
                  <a:cubicBezTo>
                    <a:pt x="6183" y="32698"/>
                    <a:pt x="4952" y="34652"/>
                    <a:pt x="2998" y="35642"/>
                  </a:cubicBezTo>
                  <a:cubicBezTo>
                    <a:pt x="2972" y="35642"/>
                    <a:pt x="2945" y="35695"/>
                    <a:pt x="2945" y="35749"/>
                  </a:cubicBezTo>
                  <a:cubicBezTo>
                    <a:pt x="3105" y="37837"/>
                    <a:pt x="1633" y="39630"/>
                    <a:pt x="108" y="40540"/>
                  </a:cubicBezTo>
                  <a:cubicBezTo>
                    <a:pt x="81" y="40540"/>
                    <a:pt x="27" y="40594"/>
                    <a:pt x="27" y="40620"/>
                  </a:cubicBezTo>
                  <a:cubicBezTo>
                    <a:pt x="27" y="40674"/>
                    <a:pt x="27" y="40727"/>
                    <a:pt x="81" y="40754"/>
                  </a:cubicBezTo>
                  <a:cubicBezTo>
                    <a:pt x="1821" y="41771"/>
                    <a:pt x="2945" y="43645"/>
                    <a:pt x="2945" y="45545"/>
                  </a:cubicBezTo>
                  <a:cubicBezTo>
                    <a:pt x="2945" y="45545"/>
                    <a:pt x="2945" y="45545"/>
                    <a:pt x="2945" y="45572"/>
                  </a:cubicBezTo>
                  <a:cubicBezTo>
                    <a:pt x="2945" y="45626"/>
                    <a:pt x="2972" y="45652"/>
                    <a:pt x="2998" y="45679"/>
                  </a:cubicBezTo>
                  <a:cubicBezTo>
                    <a:pt x="4952" y="46669"/>
                    <a:pt x="6183" y="48623"/>
                    <a:pt x="6183" y="50791"/>
                  </a:cubicBezTo>
                  <a:cubicBezTo>
                    <a:pt x="6183" y="52959"/>
                    <a:pt x="4952" y="54913"/>
                    <a:pt x="2998" y="55904"/>
                  </a:cubicBezTo>
                  <a:cubicBezTo>
                    <a:pt x="2972" y="55930"/>
                    <a:pt x="2945" y="55957"/>
                    <a:pt x="2945" y="56011"/>
                  </a:cubicBezTo>
                  <a:cubicBezTo>
                    <a:pt x="2891" y="57991"/>
                    <a:pt x="1847" y="59785"/>
                    <a:pt x="108" y="60802"/>
                  </a:cubicBezTo>
                  <a:cubicBezTo>
                    <a:pt x="81" y="60828"/>
                    <a:pt x="27" y="60855"/>
                    <a:pt x="27" y="60882"/>
                  </a:cubicBezTo>
                  <a:cubicBezTo>
                    <a:pt x="27" y="60935"/>
                    <a:pt x="27" y="60989"/>
                    <a:pt x="81" y="61016"/>
                  </a:cubicBezTo>
                  <a:cubicBezTo>
                    <a:pt x="1821" y="62033"/>
                    <a:pt x="2891" y="63826"/>
                    <a:pt x="2945" y="65834"/>
                  </a:cubicBezTo>
                  <a:cubicBezTo>
                    <a:pt x="2945" y="65887"/>
                    <a:pt x="2972" y="65914"/>
                    <a:pt x="2998" y="65941"/>
                  </a:cubicBezTo>
                  <a:cubicBezTo>
                    <a:pt x="4952" y="66931"/>
                    <a:pt x="6183" y="68885"/>
                    <a:pt x="6183" y="71053"/>
                  </a:cubicBezTo>
                  <a:cubicBezTo>
                    <a:pt x="6183" y="73221"/>
                    <a:pt x="4952" y="75175"/>
                    <a:pt x="2998" y="76165"/>
                  </a:cubicBezTo>
                  <a:cubicBezTo>
                    <a:pt x="2972" y="76192"/>
                    <a:pt x="2945" y="76219"/>
                    <a:pt x="2945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7" y="81117"/>
                    <a:pt x="1" y="81197"/>
                    <a:pt x="54" y="81251"/>
                  </a:cubicBezTo>
                  <a:cubicBezTo>
                    <a:pt x="74" y="81290"/>
                    <a:pt x="122" y="81315"/>
                    <a:pt x="167" y="81315"/>
                  </a:cubicBezTo>
                  <a:cubicBezTo>
                    <a:pt x="184" y="81315"/>
                    <a:pt x="200" y="81311"/>
                    <a:pt x="215" y="81304"/>
                  </a:cubicBezTo>
                  <a:cubicBezTo>
                    <a:pt x="2008" y="80260"/>
                    <a:pt x="3105" y="78413"/>
                    <a:pt x="3186" y="76352"/>
                  </a:cubicBezTo>
                  <a:cubicBezTo>
                    <a:pt x="5193" y="75309"/>
                    <a:pt x="6424" y="73301"/>
                    <a:pt x="6424" y="71053"/>
                  </a:cubicBezTo>
                  <a:cubicBezTo>
                    <a:pt x="6424" y="68805"/>
                    <a:pt x="5193" y="66797"/>
                    <a:pt x="3186" y="65753"/>
                  </a:cubicBezTo>
                  <a:cubicBezTo>
                    <a:pt x="3132" y="63773"/>
                    <a:pt x="2088" y="61979"/>
                    <a:pt x="402" y="60909"/>
                  </a:cubicBezTo>
                  <a:cubicBezTo>
                    <a:pt x="2088" y="59865"/>
                    <a:pt x="3132" y="58072"/>
                    <a:pt x="3186" y="56091"/>
                  </a:cubicBezTo>
                  <a:cubicBezTo>
                    <a:pt x="5193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6" y="45492"/>
                  </a:cubicBezTo>
                  <a:cubicBezTo>
                    <a:pt x="3186" y="43591"/>
                    <a:pt x="2088" y="41718"/>
                    <a:pt x="402" y="40647"/>
                  </a:cubicBezTo>
                  <a:cubicBezTo>
                    <a:pt x="1901" y="39710"/>
                    <a:pt x="3320" y="37890"/>
                    <a:pt x="3186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93" y="26247"/>
                    <a:pt x="3186" y="25230"/>
                  </a:cubicBezTo>
                  <a:cubicBezTo>
                    <a:pt x="3105" y="23223"/>
                    <a:pt x="2062" y="21429"/>
                    <a:pt x="402" y="20386"/>
                  </a:cubicBezTo>
                  <a:cubicBezTo>
                    <a:pt x="2115" y="19315"/>
                    <a:pt x="3212" y="17415"/>
                    <a:pt x="3186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2008" y="1061"/>
                    <a:pt x="215" y="17"/>
                  </a:cubicBezTo>
                  <a:cubicBezTo>
                    <a:pt x="195" y="7"/>
                    <a:pt x="172" y="1"/>
                    <a:pt x="1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0"/>
            <p:cNvSpPr/>
            <p:nvPr/>
          </p:nvSpPr>
          <p:spPr>
            <a:xfrm>
              <a:off x="1607850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0" y="84"/>
                    <a:pt x="0" y="110"/>
                    <a:pt x="0" y="137"/>
                  </a:cubicBezTo>
                  <a:cubicBezTo>
                    <a:pt x="0" y="164"/>
                    <a:pt x="27" y="217"/>
                    <a:pt x="81" y="244"/>
                  </a:cubicBezTo>
                  <a:cubicBezTo>
                    <a:pt x="1820" y="1261"/>
                    <a:pt x="2944" y="3188"/>
                    <a:pt x="2918" y="5035"/>
                  </a:cubicBezTo>
                  <a:cubicBezTo>
                    <a:pt x="2918" y="5089"/>
                    <a:pt x="2944" y="5142"/>
                    <a:pt x="2998" y="5169"/>
                  </a:cubicBezTo>
                  <a:cubicBezTo>
                    <a:pt x="4952" y="6133"/>
                    <a:pt x="6156" y="8086"/>
                    <a:pt x="6156" y="10255"/>
                  </a:cubicBezTo>
                  <a:cubicBezTo>
                    <a:pt x="6156" y="12449"/>
                    <a:pt x="4952" y="14403"/>
                    <a:pt x="2998" y="15367"/>
                  </a:cubicBezTo>
                  <a:cubicBezTo>
                    <a:pt x="2944" y="15394"/>
                    <a:pt x="2918" y="15447"/>
                    <a:pt x="2918" y="15501"/>
                  </a:cubicBezTo>
                  <a:cubicBezTo>
                    <a:pt x="2971" y="17347"/>
                    <a:pt x="1847" y="19248"/>
                    <a:pt x="81" y="20292"/>
                  </a:cubicBezTo>
                  <a:cubicBezTo>
                    <a:pt x="54" y="20292"/>
                    <a:pt x="27" y="20318"/>
                    <a:pt x="0" y="20372"/>
                  </a:cubicBezTo>
                  <a:cubicBezTo>
                    <a:pt x="0" y="20425"/>
                    <a:pt x="27" y="20479"/>
                    <a:pt x="81" y="20506"/>
                  </a:cubicBezTo>
                  <a:cubicBezTo>
                    <a:pt x="1794" y="21496"/>
                    <a:pt x="2864" y="23316"/>
                    <a:pt x="2918" y="25324"/>
                  </a:cubicBezTo>
                  <a:cubicBezTo>
                    <a:pt x="2918" y="25350"/>
                    <a:pt x="2944" y="25404"/>
                    <a:pt x="2998" y="25431"/>
                  </a:cubicBezTo>
                  <a:cubicBezTo>
                    <a:pt x="4952" y="26394"/>
                    <a:pt x="6156" y="28348"/>
                    <a:pt x="6156" y="30543"/>
                  </a:cubicBezTo>
                  <a:cubicBezTo>
                    <a:pt x="6156" y="32711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18" y="35762"/>
                  </a:cubicBezTo>
                  <a:cubicBezTo>
                    <a:pt x="3078" y="37823"/>
                    <a:pt x="1633" y="39643"/>
                    <a:pt x="81" y="40553"/>
                  </a:cubicBezTo>
                  <a:cubicBezTo>
                    <a:pt x="54" y="40553"/>
                    <a:pt x="27" y="40580"/>
                    <a:pt x="0" y="40633"/>
                  </a:cubicBezTo>
                  <a:cubicBezTo>
                    <a:pt x="0" y="40687"/>
                    <a:pt x="27" y="40741"/>
                    <a:pt x="81" y="40767"/>
                  </a:cubicBezTo>
                  <a:cubicBezTo>
                    <a:pt x="1820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4" y="45665"/>
                    <a:pt x="2998" y="45692"/>
                  </a:cubicBezTo>
                  <a:cubicBezTo>
                    <a:pt x="4952" y="46656"/>
                    <a:pt x="6156" y="48636"/>
                    <a:pt x="6156" y="50804"/>
                  </a:cubicBezTo>
                  <a:cubicBezTo>
                    <a:pt x="6156" y="52972"/>
                    <a:pt x="4952" y="54926"/>
                    <a:pt x="2998" y="55917"/>
                  </a:cubicBezTo>
                  <a:cubicBezTo>
                    <a:pt x="2944" y="55917"/>
                    <a:pt x="2918" y="55970"/>
                    <a:pt x="2918" y="56024"/>
                  </a:cubicBezTo>
                  <a:cubicBezTo>
                    <a:pt x="2864" y="58004"/>
                    <a:pt x="1820" y="59798"/>
                    <a:pt x="81" y="60815"/>
                  </a:cubicBezTo>
                  <a:cubicBezTo>
                    <a:pt x="54" y="60815"/>
                    <a:pt x="27" y="60868"/>
                    <a:pt x="0" y="60895"/>
                  </a:cubicBezTo>
                  <a:cubicBezTo>
                    <a:pt x="0" y="60949"/>
                    <a:pt x="27" y="61002"/>
                    <a:pt x="81" y="61029"/>
                  </a:cubicBezTo>
                  <a:cubicBezTo>
                    <a:pt x="1820" y="62046"/>
                    <a:pt x="2864" y="63839"/>
                    <a:pt x="2918" y="65847"/>
                  </a:cubicBezTo>
                  <a:cubicBezTo>
                    <a:pt x="2918" y="65900"/>
                    <a:pt x="2944" y="65927"/>
                    <a:pt x="2998" y="65954"/>
                  </a:cubicBezTo>
                  <a:cubicBezTo>
                    <a:pt x="4952" y="66944"/>
                    <a:pt x="6156" y="68898"/>
                    <a:pt x="6156" y="71066"/>
                  </a:cubicBezTo>
                  <a:cubicBezTo>
                    <a:pt x="6156" y="73234"/>
                    <a:pt x="4952" y="75188"/>
                    <a:pt x="2998" y="76178"/>
                  </a:cubicBezTo>
                  <a:cubicBezTo>
                    <a:pt x="2944" y="76178"/>
                    <a:pt x="2918" y="76232"/>
                    <a:pt x="2918" y="76285"/>
                  </a:cubicBezTo>
                  <a:cubicBezTo>
                    <a:pt x="2864" y="78266"/>
                    <a:pt x="1820" y="80086"/>
                    <a:pt x="81" y="81076"/>
                  </a:cubicBezTo>
                  <a:cubicBezTo>
                    <a:pt x="27" y="81130"/>
                    <a:pt x="0" y="81183"/>
                    <a:pt x="27" y="81264"/>
                  </a:cubicBezTo>
                  <a:cubicBezTo>
                    <a:pt x="44" y="81297"/>
                    <a:pt x="81" y="81320"/>
                    <a:pt x="119" y="81320"/>
                  </a:cubicBezTo>
                  <a:cubicBezTo>
                    <a:pt x="143" y="81320"/>
                    <a:pt x="167" y="81311"/>
                    <a:pt x="188" y="81290"/>
                  </a:cubicBezTo>
                  <a:cubicBezTo>
                    <a:pt x="1981" y="80273"/>
                    <a:pt x="3105" y="78427"/>
                    <a:pt x="3185" y="76366"/>
                  </a:cubicBezTo>
                  <a:cubicBezTo>
                    <a:pt x="5166" y="75322"/>
                    <a:pt x="6397" y="73314"/>
                    <a:pt x="6397" y="71066"/>
                  </a:cubicBezTo>
                  <a:cubicBezTo>
                    <a:pt x="6397" y="68818"/>
                    <a:pt x="5166" y="66784"/>
                    <a:pt x="3185" y="65766"/>
                  </a:cubicBezTo>
                  <a:cubicBezTo>
                    <a:pt x="3105" y="63786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104"/>
                  </a:cubicBezTo>
                  <a:cubicBezTo>
                    <a:pt x="5166" y="55060"/>
                    <a:pt x="6397" y="53053"/>
                    <a:pt x="6397" y="50804"/>
                  </a:cubicBezTo>
                  <a:cubicBezTo>
                    <a:pt x="6397" y="48556"/>
                    <a:pt x="5166" y="46522"/>
                    <a:pt x="3185" y="45505"/>
                  </a:cubicBezTo>
                  <a:cubicBezTo>
                    <a:pt x="3159" y="43604"/>
                    <a:pt x="2061" y="41731"/>
                    <a:pt x="375" y="40660"/>
                  </a:cubicBezTo>
                  <a:cubicBezTo>
                    <a:pt x="1901" y="39723"/>
                    <a:pt x="3292" y="37877"/>
                    <a:pt x="3185" y="35816"/>
                  </a:cubicBezTo>
                  <a:cubicBezTo>
                    <a:pt x="5166" y="34799"/>
                    <a:pt x="6397" y="32764"/>
                    <a:pt x="6397" y="30543"/>
                  </a:cubicBezTo>
                  <a:cubicBezTo>
                    <a:pt x="6397" y="28295"/>
                    <a:pt x="5166" y="26260"/>
                    <a:pt x="3185" y="25243"/>
                  </a:cubicBezTo>
                  <a:cubicBezTo>
                    <a:pt x="3078" y="23236"/>
                    <a:pt x="2061" y="21443"/>
                    <a:pt x="375" y="20399"/>
                  </a:cubicBezTo>
                  <a:cubicBezTo>
                    <a:pt x="2061" y="19328"/>
                    <a:pt x="3185" y="17454"/>
                    <a:pt x="3185" y="15608"/>
                  </a:cubicBezTo>
                  <a:cubicBezTo>
                    <a:pt x="3185" y="15608"/>
                    <a:pt x="3185" y="15581"/>
                    <a:pt x="3185" y="15554"/>
                  </a:cubicBezTo>
                  <a:cubicBezTo>
                    <a:pt x="5166" y="14537"/>
                    <a:pt x="6397" y="12503"/>
                    <a:pt x="6397" y="10255"/>
                  </a:cubicBezTo>
                  <a:cubicBezTo>
                    <a:pt x="6397" y="8033"/>
                    <a:pt x="5166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1981" y="1074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20"/>
            <p:cNvSpPr/>
            <p:nvPr/>
          </p:nvSpPr>
          <p:spPr>
            <a:xfrm>
              <a:off x="1453950" y="8188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36" y="1"/>
                  </a:moveTo>
                  <a:cubicBezTo>
                    <a:pt x="95" y="1"/>
                    <a:pt x="61" y="20"/>
                    <a:pt x="27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27" y="204"/>
                    <a:pt x="80" y="231"/>
                  </a:cubicBezTo>
                  <a:cubicBezTo>
                    <a:pt x="1820" y="1248"/>
                    <a:pt x="2971" y="3175"/>
                    <a:pt x="2944" y="5022"/>
                  </a:cubicBezTo>
                  <a:cubicBezTo>
                    <a:pt x="2944" y="5076"/>
                    <a:pt x="2971" y="5129"/>
                    <a:pt x="2998" y="5156"/>
                  </a:cubicBezTo>
                  <a:cubicBezTo>
                    <a:pt x="4952" y="6119"/>
                    <a:pt x="6156" y="8073"/>
                    <a:pt x="6156" y="10268"/>
                  </a:cubicBezTo>
                  <a:cubicBezTo>
                    <a:pt x="6156" y="12436"/>
                    <a:pt x="4952" y="14390"/>
                    <a:pt x="2998" y="15354"/>
                  </a:cubicBezTo>
                  <a:cubicBezTo>
                    <a:pt x="2971" y="15380"/>
                    <a:pt x="2944" y="15434"/>
                    <a:pt x="2944" y="15487"/>
                  </a:cubicBezTo>
                  <a:cubicBezTo>
                    <a:pt x="2944" y="15514"/>
                    <a:pt x="2944" y="15568"/>
                    <a:pt x="2944" y="15595"/>
                  </a:cubicBezTo>
                  <a:cubicBezTo>
                    <a:pt x="2944" y="17415"/>
                    <a:pt x="1820" y="19261"/>
                    <a:pt x="107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0" y="20412"/>
                    <a:pt x="27" y="20466"/>
                    <a:pt x="80" y="20493"/>
                  </a:cubicBezTo>
                  <a:cubicBezTo>
                    <a:pt x="1793" y="21510"/>
                    <a:pt x="2864" y="23303"/>
                    <a:pt x="2944" y="25310"/>
                  </a:cubicBezTo>
                  <a:cubicBezTo>
                    <a:pt x="2944" y="25364"/>
                    <a:pt x="2971" y="25391"/>
                    <a:pt x="2998" y="25417"/>
                  </a:cubicBezTo>
                  <a:cubicBezTo>
                    <a:pt x="4952" y="26381"/>
                    <a:pt x="6156" y="28362"/>
                    <a:pt x="6156" y="30530"/>
                  </a:cubicBezTo>
                  <a:cubicBezTo>
                    <a:pt x="6156" y="32698"/>
                    <a:pt x="4952" y="34652"/>
                    <a:pt x="2998" y="35642"/>
                  </a:cubicBezTo>
                  <a:cubicBezTo>
                    <a:pt x="2944" y="35642"/>
                    <a:pt x="2918" y="35695"/>
                    <a:pt x="2944" y="35749"/>
                  </a:cubicBezTo>
                  <a:cubicBezTo>
                    <a:pt x="3105" y="37837"/>
                    <a:pt x="1633" y="39630"/>
                    <a:pt x="107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0" y="40674"/>
                    <a:pt x="27" y="40727"/>
                    <a:pt x="80" y="40754"/>
                  </a:cubicBezTo>
                  <a:cubicBezTo>
                    <a:pt x="1820" y="41771"/>
                    <a:pt x="2944" y="43645"/>
                    <a:pt x="2944" y="45545"/>
                  </a:cubicBezTo>
                  <a:cubicBezTo>
                    <a:pt x="2944" y="45545"/>
                    <a:pt x="2944" y="45572"/>
                    <a:pt x="2944" y="45572"/>
                  </a:cubicBezTo>
                  <a:cubicBezTo>
                    <a:pt x="2944" y="45626"/>
                    <a:pt x="2971" y="45652"/>
                    <a:pt x="2998" y="45679"/>
                  </a:cubicBezTo>
                  <a:cubicBezTo>
                    <a:pt x="4952" y="46669"/>
                    <a:pt x="6156" y="48623"/>
                    <a:pt x="6156" y="50791"/>
                  </a:cubicBezTo>
                  <a:cubicBezTo>
                    <a:pt x="6156" y="52959"/>
                    <a:pt x="4952" y="54913"/>
                    <a:pt x="2998" y="55904"/>
                  </a:cubicBezTo>
                  <a:cubicBezTo>
                    <a:pt x="2971" y="55930"/>
                    <a:pt x="2944" y="55957"/>
                    <a:pt x="2944" y="56011"/>
                  </a:cubicBezTo>
                  <a:cubicBezTo>
                    <a:pt x="2891" y="57991"/>
                    <a:pt x="1820" y="59785"/>
                    <a:pt x="107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0" y="60935"/>
                    <a:pt x="27" y="60989"/>
                    <a:pt x="80" y="61016"/>
                  </a:cubicBezTo>
                  <a:cubicBezTo>
                    <a:pt x="1820" y="62033"/>
                    <a:pt x="2891" y="63826"/>
                    <a:pt x="2944" y="65834"/>
                  </a:cubicBezTo>
                  <a:cubicBezTo>
                    <a:pt x="2944" y="65887"/>
                    <a:pt x="2971" y="65914"/>
                    <a:pt x="2998" y="65941"/>
                  </a:cubicBezTo>
                  <a:cubicBezTo>
                    <a:pt x="4952" y="66931"/>
                    <a:pt x="6156" y="68885"/>
                    <a:pt x="6156" y="71053"/>
                  </a:cubicBezTo>
                  <a:cubicBezTo>
                    <a:pt x="6156" y="73221"/>
                    <a:pt x="4952" y="75175"/>
                    <a:pt x="2998" y="76165"/>
                  </a:cubicBezTo>
                  <a:cubicBezTo>
                    <a:pt x="2971" y="76192"/>
                    <a:pt x="2944" y="76219"/>
                    <a:pt x="2944" y="76272"/>
                  </a:cubicBezTo>
                  <a:cubicBezTo>
                    <a:pt x="2891" y="78280"/>
                    <a:pt x="1820" y="80073"/>
                    <a:pt x="80" y="81090"/>
                  </a:cubicBezTo>
                  <a:cubicBezTo>
                    <a:pt x="27" y="81117"/>
                    <a:pt x="0" y="81197"/>
                    <a:pt x="27" y="81251"/>
                  </a:cubicBezTo>
                  <a:cubicBezTo>
                    <a:pt x="66" y="81290"/>
                    <a:pt x="120" y="81315"/>
                    <a:pt x="167" y="81315"/>
                  </a:cubicBezTo>
                  <a:cubicBezTo>
                    <a:pt x="184" y="81315"/>
                    <a:pt x="200" y="81311"/>
                    <a:pt x="214" y="81304"/>
                  </a:cubicBezTo>
                  <a:cubicBezTo>
                    <a:pt x="2008" y="80260"/>
                    <a:pt x="3105" y="78413"/>
                    <a:pt x="3185" y="76352"/>
                  </a:cubicBezTo>
                  <a:cubicBezTo>
                    <a:pt x="5166" y="75309"/>
                    <a:pt x="6424" y="73301"/>
                    <a:pt x="6424" y="71053"/>
                  </a:cubicBezTo>
                  <a:cubicBezTo>
                    <a:pt x="6424" y="68805"/>
                    <a:pt x="5166" y="66797"/>
                    <a:pt x="3185" y="65753"/>
                  </a:cubicBezTo>
                  <a:cubicBezTo>
                    <a:pt x="3105" y="63773"/>
                    <a:pt x="2061" y="61979"/>
                    <a:pt x="375" y="60909"/>
                  </a:cubicBezTo>
                  <a:cubicBezTo>
                    <a:pt x="2061" y="59865"/>
                    <a:pt x="3105" y="58072"/>
                    <a:pt x="3185" y="56091"/>
                  </a:cubicBezTo>
                  <a:cubicBezTo>
                    <a:pt x="5166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5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319" y="37890"/>
                    <a:pt x="3185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66" y="26247"/>
                    <a:pt x="3185" y="25230"/>
                  </a:cubicBezTo>
                  <a:cubicBezTo>
                    <a:pt x="3105" y="23223"/>
                    <a:pt x="2061" y="21429"/>
                    <a:pt x="375" y="20386"/>
                  </a:cubicBezTo>
                  <a:cubicBezTo>
                    <a:pt x="2088" y="19315"/>
                    <a:pt x="3185" y="17441"/>
                    <a:pt x="3185" y="15595"/>
                  </a:cubicBezTo>
                  <a:cubicBezTo>
                    <a:pt x="3185" y="15595"/>
                    <a:pt x="3185" y="15568"/>
                    <a:pt x="3185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5" y="4969"/>
                  </a:cubicBezTo>
                  <a:cubicBezTo>
                    <a:pt x="3185" y="3041"/>
                    <a:pt x="2008" y="1061"/>
                    <a:pt x="214" y="17"/>
                  </a:cubicBezTo>
                  <a:cubicBezTo>
                    <a:pt x="185" y="7"/>
                    <a:pt x="159" y="1"/>
                    <a:pt x="1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20"/>
            <p:cNvSpPr/>
            <p:nvPr/>
          </p:nvSpPr>
          <p:spPr>
            <a:xfrm>
              <a:off x="1300050" y="566950"/>
              <a:ext cx="160600" cy="2033000"/>
            </a:xfrm>
            <a:custGeom>
              <a:avLst/>
              <a:gdLst/>
              <a:ahLst/>
              <a:cxnLst/>
              <a:rect l="l" t="t" r="r" b="b"/>
              <a:pathLst>
                <a:path w="6424" h="81320" extrusionOk="0">
                  <a:moveTo>
                    <a:pt x="146" y="1"/>
                  </a:moveTo>
                  <a:cubicBezTo>
                    <a:pt x="107" y="1"/>
                    <a:pt x="70" y="24"/>
                    <a:pt x="54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0" y="244"/>
                  </a:cubicBezTo>
                  <a:cubicBezTo>
                    <a:pt x="1820" y="1261"/>
                    <a:pt x="2971" y="3188"/>
                    <a:pt x="2944" y="5035"/>
                  </a:cubicBezTo>
                  <a:cubicBezTo>
                    <a:pt x="2944" y="5089"/>
                    <a:pt x="2971" y="5142"/>
                    <a:pt x="3025" y="5169"/>
                  </a:cubicBezTo>
                  <a:cubicBezTo>
                    <a:pt x="4952" y="6133"/>
                    <a:pt x="6183" y="8086"/>
                    <a:pt x="6183" y="10255"/>
                  </a:cubicBezTo>
                  <a:cubicBezTo>
                    <a:pt x="6183" y="12449"/>
                    <a:pt x="4952" y="14403"/>
                    <a:pt x="3025" y="15367"/>
                  </a:cubicBezTo>
                  <a:cubicBezTo>
                    <a:pt x="2971" y="15394"/>
                    <a:pt x="2944" y="15447"/>
                    <a:pt x="2944" y="15501"/>
                  </a:cubicBezTo>
                  <a:cubicBezTo>
                    <a:pt x="2998" y="17321"/>
                    <a:pt x="1847" y="19248"/>
                    <a:pt x="107" y="20292"/>
                  </a:cubicBezTo>
                  <a:cubicBezTo>
                    <a:pt x="80" y="20292"/>
                    <a:pt x="54" y="20318"/>
                    <a:pt x="27" y="20372"/>
                  </a:cubicBezTo>
                  <a:cubicBezTo>
                    <a:pt x="27" y="20425"/>
                    <a:pt x="27" y="20479"/>
                    <a:pt x="80" y="20506"/>
                  </a:cubicBezTo>
                  <a:cubicBezTo>
                    <a:pt x="1820" y="21496"/>
                    <a:pt x="2891" y="23316"/>
                    <a:pt x="2944" y="25324"/>
                  </a:cubicBezTo>
                  <a:cubicBezTo>
                    <a:pt x="2944" y="25350"/>
                    <a:pt x="2971" y="25404"/>
                    <a:pt x="3025" y="25431"/>
                  </a:cubicBezTo>
                  <a:cubicBezTo>
                    <a:pt x="4952" y="26394"/>
                    <a:pt x="6183" y="28348"/>
                    <a:pt x="6183" y="30543"/>
                  </a:cubicBezTo>
                  <a:cubicBezTo>
                    <a:pt x="6183" y="32711"/>
                    <a:pt x="4952" y="34665"/>
                    <a:pt x="3025" y="35628"/>
                  </a:cubicBezTo>
                  <a:cubicBezTo>
                    <a:pt x="2971" y="35655"/>
                    <a:pt x="2944" y="35709"/>
                    <a:pt x="2944" y="35762"/>
                  </a:cubicBezTo>
                  <a:cubicBezTo>
                    <a:pt x="3105" y="37823"/>
                    <a:pt x="1633" y="39643"/>
                    <a:pt x="107" y="40553"/>
                  </a:cubicBezTo>
                  <a:cubicBezTo>
                    <a:pt x="80" y="40553"/>
                    <a:pt x="54" y="40580"/>
                    <a:pt x="27" y="40633"/>
                  </a:cubicBezTo>
                  <a:cubicBezTo>
                    <a:pt x="27" y="40687"/>
                    <a:pt x="27" y="40741"/>
                    <a:pt x="80" y="40767"/>
                  </a:cubicBezTo>
                  <a:cubicBezTo>
                    <a:pt x="1820" y="41784"/>
                    <a:pt x="2944" y="43658"/>
                    <a:pt x="2944" y="45532"/>
                  </a:cubicBezTo>
                  <a:cubicBezTo>
                    <a:pt x="2944" y="45558"/>
                    <a:pt x="2944" y="45558"/>
                    <a:pt x="2944" y="45585"/>
                  </a:cubicBezTo>
                  <a:cubicBezTo>
                    <a:pt x="2944" y="45612"/>
                    <a:pt x="2971" y="45665"/>
                    <a:pt x="3025" y="45692"/>
                  </a:cubicBezTo>
                  <a:cubicBezTo>
                    <a:pt x="4952" y="46656"/>
                    <a:pt x="6183" y="48636"/>
                    <a:pt x="6183" y="50804"/>
                  </a:cubicBezTo>
                  <a:cubicBezTo>
                    <a:pt x="6183" y="52972"/>
                    <a:pt x="4952" y="54926"/>
                    <a:pt x="3025" y="55917"/>
                  </a:cubicBezTo>
                  <a:cubicBezTo>
                    <a:pt x="2971" y="55917"/>
                    <a:pt x="2944" y="55970"/>
                    <a:pt x="2944" y="56024"/>
                  </a:cubicBezTo>
                  <a:cubicBezTo>
                    <a:pt x="2891" y="58004"/>
                    <a:pt x="1847" y="59798"/>
                    <a:pt x="107" y="60815"/>
                  </a:cubicBezTo>
                  <a:cubicBezTo>
                    <a:pt x="80" y="60815"/>
                    <a:pt x="54" y="60868"/>
                    <a:pt x="27" y="60895"/>
                  </a:cubicBezTo>
                  <a:cubicBezTo>
                    <a:pt x="27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900"/>
                    <a:pt x="2971" y="65927"/>
                    <a:pt x="3025" y="65954"/>
                  </a:cubicBezTo>
                  <a:cubicBezTo>
                    <a:pt x="4952" y="66944"/>
                    <a:pt x="6183" y="68898"/>
                    <a:pt x="6183" y="71066"/>
                  </a:cubicBezTo>
                  <a:cubicBezTo>
                    <a:pt x="6183" y="73234"/>
                    <a:pt x="4952" y="75188"/>
                    <a:pt x="3025" y="76178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86"/>
                    <a:pt x="80" y="81076"/>
                  </a:cubicBezTo>
                  <a:cubicBezTo>
                    <a:pt x="27" y="81130"/>
                    <a:pt x="0" y="81183"/>
                    <a:pt x="54" y="81264"/>
                  </a:cubicBezTo>
                  <a:cubicBezTo>
                    <a:pt x="70" y="81297"/>
                    <a:pt x="107" y="81320"/>
                    <a:pt x="146" y="81320"/>
                  </a:cubicBezTo>
                  <a:cubicBezTo>
                    <a:pt x="169" y="81320"/>
                    <a:pt x="194" y="81311"/>
                    <a:pt x="214" y="81290"/>
                  </a:cubicBezTo>
                  <a:cubicBezTo>
                    <a:pt x="2007" y="80273"/>
                    <a:pt x="3105" y="78427"/>
                    <a:pt x="3185" y="76366"/>
                  </a:cubicBezTo>
                  <a:cubicBezTo>
                    <a:pt x="5193" y="75322"/>
                    <a:pt x="6424" y="73314"/>
                    <a:pt x="6424" y="71066"/>
                  </a:cubicBezTo>
                  <a:cubicBezTo>
                    <a:pt x="6424" y="68818"/>
                    <a:pt x="5193" y="66784"/>
                    <a:pt x="3185" y="65766"/>
                  </a:cubicBezTo>
                  <a:cubicBezTo>
                    <a:pt x="3132" y="63786"/>
                    <a:pt x="2088" y="61992"/>
                    <a:pt x="402" y="60922"/>
                  </a:cubicBezTo>
                  <a:cubicBezTo>
                    <a:pt x="2088" y="59878"/>
                    <a:pt x="3132" y="58085"/>
                    <a:pt x="3185" y="56104"/>
                  </a:cubicBezTo>
                  <a:cubicBezTo>
                    <a:pt x="5193" y="55060"/>
                    <a:pt x="6424" y="53053"/>
                    <a:pt x="6424" y="50804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85" y="43604"/>
                    <a:pt x="2088" y="41731"/>
                    <a:pt x="402" y="40660"/>
                  </a:cubicBezTo>
                  <a:cubicBezTo>
                    <a:pt x="1927" y="39723"/>
                    <a:pt x="3319" y="37903"/>
                    <a:pt x="3212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93" y="26260"/>
                    <a:pt x="3185" y="25243"/>
                  </a:cubicBezTo>
                  <a:cubicBezTo>
                    <a:pt x="3105" y="23236"/>
                    <a:pt x="2061" y="21443"/>
                    <a:pt x="402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608"/>
                    <a:pt x="3185" y="15581"/>
                    <a:pt x="3185" y="15554"/>
                  </a:cubicBezTo>
                  <a:cubicBezTo>
                    <a:pt x="5193" y="14537"/>
                    <a:pt x="6424" y="12503"/>
                    <a:pt x="6424" y="10255"/>
                  </a:cubicBezTo>
                  <a:cubicBezTo>
                    <a:pt x="6424" y="8033"/>
                    <a:pt x="5193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2007" y="1074"/>
                    <a:pt x="214" y="30"/>
                  </a:cubicBezTo>
                  <a:cubicBezTo>
                    <a:pt x="194" y="10"/>
                    <a:pt x="169" y="1"/>
                    <a:pt x="1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20"/>
            <p:cNvSpPr/>
            <p:nvPr/>
          </p:nvSpPr>
          <p:spPr>
            <a:xfrm>
              <a:off x="1146800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3" y="1"/>
                  </a:moveTo>
                  <a:cubicBezTo>
                    <a:pt x="83" y="1"/>
                    <a:pt x="44" y="20"/>
                    <a:pt x="28" y="70"/>
                  </a:cubicBezTo>
                  <a:cubicBezTo>
                    <a:pt x="28" y="70"/>
                    <a:pt x="1" y="97"/>
                    <a:pt x="1" y="124"/>
                  </a:cubicBezTo>
                  <a:cubicBezTo>
                    <a:pt x="1" y="178"/>
                    <a:pt x="28" y="204"/>
                    <a:pt x="81" y="231"/>
                  </a:cubicBezTo>
                  <a:cubicBezTo>
                    <a:pt x="1821" y="1248"/>
                    <a:pt x="2972" y="3175"/>
                    <a:pt x="2918" y="5022"/>
                  </a:cubicBezTo>
                  <a:cubicBezTo>
                    <a:pt x="2918" y="5076"/>
                    <a:pt x="2945" y="5129"/>
                    <a:pt x="2998" y="5156"/>
                  </a:cubicBezTo>
                  <a:cubicBezTo>
                    <a:pt x="4952" y="6119"/>
                    <a:pt x="6157" y="8073"/>
                    <a:pt x="6157" y="10268"/>
                  </a:cubicBezTo>
                  <a:cubicBezTo>
                    <a:pt x="6157" y="12436"/>
                    <a:pt x="4952" y="14390"/>
                    <a:pt x="2998" y="15354"/>
                  </a:cubicBezTo>
                  <a:cubicBezTo>
                    <a:pt x="2945" y="15380"/>
                    <a:pt x="2918" y="15434"/>
                    <a:pt x="2918" y="15487"/>
                  </a:cubicBezTo>
                  <a:cubicBezTo>
                    <a:pt x="2998" y="17334"/>
                    <a:pt x="1848" y="19235"/>
                    <a:pt x="81" y="20278"/>
                  </a:cubicBezTo>
                  <a:cubicBezTo>
                    <a:pt x="54" y="20278"/>
                    <a:pt x="28" y="20305"/>
                    <a:pt x="1" y="20359"/>
                  </a:cubicBezTo>
                  <a:cubicBezTo>
                    <a:pt x="1" y="20412"/>
                    <a:pt x="28" y="20466"/>
                    <a:pt x="81" y="20493"/>
                  </a:cubicBezTo>
                  <a:cubicBezTo>
                    <a:pt x="1794" y="21510"/>
                    <a:pt x="2865" y="23303"/>
                    <a:pt x="2918" y="25310"/>
                  </a:cubicBezTo>
                  <a:cubicBezTo>
                    <a:pt x="2918" y="25364"/>
                    <a:pt x="2945" y="25391"/>
                    <a:pt x="2998" y="25417"/>
                  </a:cubicBezTo>
                  <a:cubicBezTo>
                    <a:pt x="4952" y="26381"/>
                    <a:pt x="6157" y="28362"/>
                    <a:pt x="6157" y="30530"/>
                  </a:cubicBezTo>
                  <a:cubicBezTo>
                    <a:pt x="6157" y="32698"/>
                    <a:pt x="4952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079" y="37837"/>
                    <a:pt x="1633" y="39630"/>
                    <a:pt x="81" y="40540"/>
                  </a:cubicBezTo>
                  <a:cubicBezTo>
                    <a:pt x="54" y="40540"/>
                    <a:pt x="28" y="40594"/>
                    <a:pt x="1" y="40620"/>
                  </a:cubicBezTo>
                  <a:cubicBezTo>
                    <a:pt x="1" y="40674"/>
                    <a:pt x="28" y="40727"/>
                    <a:pt x="81" y="40754"/>
                  </a:cubicBezTo>
                  <a:cubicBezTo>
                    <a:pt x="1821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52" y="46669"/>
                    <a:pt x="6157" y="48623"/>
                    <a:pt x="6157" y="50791"/>
                  </a:cubicBezTo>
                  <a:cubicBezTo>
                    <a:pt x="6157" y="52959"/>
                    <a:pt x="4952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91" y="57991"/>
                    <a:pt x="1821" y="59785"/>
                    <a:pt x="81" y="60802"/>
                  </a:cubicBezTo>
                  <a:cubicBezTo>
                    <a:pt x="54" y="60828"/>
                    <a:pt x="28" y="60855"/>
                    <a:pt x="1" y="60882"/>
                  </a:cubicBezTo>
                  <a:cubicBezTo>
                    <a:pt x="1" y="60935"/>
                    <a:pt x="28" y="60989"/>
                    <a:pt x="81" y="61016"/>
                  </a:cubicBezTo>
                  <a:cubicBezTo>
                    <a:pt x="1821" y="62033"/>
                    <a:pt x="2891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52" y="66931"/>
                    <a:pt x="6157" y="68885"/>
                    <a:pt x="6157" y="71053"/>
                  </a:cubicBezTo>
                  <a:cubicBezTo>
                    <a:pt x="6157" y="73221"/>
                    <a:pt x="4952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8" y="81117"/>
                    <a:pt x="1" y="81197"/>
                    <a:pt x="28" y="81251"/>
                  </a:cubicBezTo>
                  <a:cubicBezTo>
                    <a:pt x="47" y="81290"/>
                    <a:pt x="95" y="81315"/>
                    <a:pt x="151" y="81315"/>
                  </a:cubicBezTo>
                  <a:cubicBezTo>
                    <a:pt x="172" y="81315"/>
                    <a:pt x="193" y="81311"/>
                    <a:pt x="215" y="81304"/>
                  </a:cubicBezTo>
                  <a:cubicBezTo>
                    <a:pt x="1981" y="80260"/>
                    <a:pt x="3106" y="78413"/>
                    <a:pt x="3186" y="76352"/>
                  </a:cubicBezTo>
                  <a:cubicBezTo>
                    <a:pt x="5167" y="75309"/>
                    <a:pt x="6398" y="73301"/>
                    <a:pt x="6398" y="71053"/>
                  </a:cubicBezTo>
                  <a:cubicBezTo>
                    <a:pt x="6398" y="68805"/>
                    <a:pt x="5167" y="66797"/>
                    <a:pt x="3186" y="65753"/>
                  </a:cubicBezTo>
                  <a:cubicBezTo>
                    <a:pt x="3106" y="63773"/>
                    <a:pt x="2062" y="61979"/>
                    <a:pt x="375" y="60909"/>
                  </a:cubicBezTo>
                  <a:cubicBezTo>
                    <a:pt x="2062" y="59865"/>
                    <a:pt x="3106" y="58072"/>
                    <a:pt x="3186" y="56091"/>
                  </a:cubicBezTo>
                  <a:cubicBezTo>
                    <a:pt x="5167" y="55047"/>
                    <a:pt x="6398" y="53040"/>
                    <a:pt x="6398" y="50791"/>
                  </a:cubicBezTo>
                  <a:cubicBezTo>
                    <a:pt x="6398" y="48543"/>
                    <a:pt x="5167" y="46536"/>
                    <a:pt x="3186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293" y="37890"/>
                    <a:pt x="3186" y="35829"/>
                  </a:cubicBezTo>
                  <a:cubicBezTo>
                    <a:pt x="5167" y="34785"/>
                    <a:pt x="6398" y="32751"/>
                    <a:pt x="6398" y="30530"/>
                  </a:cubicBezTo>
                  <a:cubicBezTo>
                    <a:pt x="6398" y="28281"/>
                    <a:pt x="5167" y="26247"/>
                    <a:pt x="3186" y="25230"/>
                  </a:cubicBezTo>
                  <a:cubicBezTo>
                    <a:pt x="3079" y="23223"/>
                    <a:pt x="2062" y="21429"/>
                    <a:pt x="375" y="20386"/>
                  </a:cubicBezTo>
                  <a:cubicBezTo>
                    <a:pt x="2088" y="19315"/>
                    <a:pt x="3186" y="17415"/>
                    <a:pt x="3186" y="15541"/>
                  </a:cubicBezTo>
                  <a:cubicBezTo>
                    <a:pt x="5167" y="14524"/>
                    <a:pt x="6398" y="12490"/>
                    <a:pt x="6398" y="10268"/>
                  </a:cubicBezTo>
                  <a:cubicBezTo>
                    <a:pt x="6398" y="8020"/>
                    <a:pt x="5167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1981" y="1061"/>
                    <a:pt x="188" y="17"/>
                  </a:cubicBezTo>
                  <a:cubicBezTo>
                    <a:pt x="169" y="7"/>
                    <a:pt x="145" y="1"/>
                    <a:pt x="1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0"/>
            <p:cNvSpPr/>
            <p:nvPr/>
          </p:nvSpPr>
          <p:spPr>
            <a:xfrm>
              <a:off x="992900" y="566950"/>
              <a:ext cx="160625" cy="2033000"/>
            </a:xfrm>
            <a:custGeom>
              <a:avLst/>
              <a:gdLst/>
              <a:ahLst/>
              <a:cxnLst/>
              <a:rect l="l" t="t" r="r" b="b"/>
              <a:pathLst>
                <a:path w="6425" h="81320" extrusionOk="0">
                  <a:moveTo>
                    <a:pt x="145" y="1"/>
                  </a:moveTo>
                  <a:cubicBezTo>
                    <a:pt x="104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1" y="244"/>
                  </a:cubicBezTo>
                  <a:cubicBezTo>
                    <a:pt x="1821" y="1261"/>
                    <a:pt x="2972" y="3188"/>
                    <a:pt x="2945" y="5035"/>
                  </a:cubicBezTo>
                  <a:cubicBezTo>
                    <a:pt x="2945" y="5089"/>
                    <a:pt x="2972" y="5142"/>
                    <a:pt x="2998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8" y="15367"/>
                  </a:cubicBezTo>
                  <a:cubicBezTo>
                    <a:pt x="2972" y="15394"/>
                    <a:pt x="2945" y="15447"/>
                    <a:pt x="2945" y="15501"/>
                  </a:cubicBezTo>
                  <a:cubicBezTo>
                    <a:pt x="2998" y="17347"/>
                    <a:pt x="1847" y="19248"/>
                    <a:pt x="108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289"/>
                    <a:pt x="2945" y="25324"/>
                  </a:cubicBezTo>
                  <a:cubicBezTo>
                    <a:pt x="2945" y="25350"/>
                    <a:pt x="2972" y="25404"/>
                    <a:pt x="2998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8" y="35628"/>
                  </a:cubicBezTo>
                  <a:cubicBezTo>
                    <a:pt x="2972" y="35655"/>
                    <a:pt x="2945" y="35709"/>
                    <a:pt x="2945" y="35762"/>
                  </a:cubicBezTo>
                  <a:cubicBezTo>
                    <a:pt x="3105" y="37823"/>
                    <a:pt x="1633" y="39643"/>
                    <a:pt x="108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45" y="43658"/>
                    <a:pt x="2945" y="45532"/>
                  </a:cubicBezTo>
                  <a:cubicBezTo>
                    <a:pt x="2945" y="45558"/>
                    <a:pt x="2945" y="45558"/>
                    <a:pt x="2945" y="45585"/>
                  </a:cubicBez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8" y="55917"/>
                  </a:cubicBezTo>
                  <a:cubicBezTo>
                    <a:pt x="2972" y="55917"/>
                    <a:pt x="2945" y="55970"/>
                    <a:pt x="2945" y="56024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900"/>
                    <a:pt x="2972" y="65927"/>
                    <a:pt x="2998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8" y="76178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86"/>
                    <a:pt x="81" y="81076"/>
                  </a:cubicBezTo>
                  <a:cubicBezTo>
                    <a:pt x="27" y="81130"/>
                    <a:pt x="1" y="81183"/>
                    <a:pt x="27" y="81264"/>
                  </a:cubicBezTo>
                  <a:cubicBezTo>
                    <a:pt x="60" y="81297"/>
                    <a:pt x="104" y="81320"/>
                    <a:pt x="145" y="81320"/>
                  </a:cubicBezTo>
                  <a:cubicBezTo>
                    <a:pt x="170" y="81320"/>
                    <a:pt x="194" y="81311"/>
                    <a:pt x="215" y="81290"/>
                  </a:cubicBezTo>
                  <a:cubicBezTo>
                    <a:pt x="2008" y="80273"/>
                    <a:pt x="3105" y="78427"/>
                    <a:pt x="3186" y="76366"/>
                  </a:cubicBezTo>
                  <a:cubicBezTo>
                    <a:pt x="5193" y="75322"/>
                    <a:pt x="6424" y="73314"/>
                    <a:pt x="6424" y="71066"/>
                  </a:cubicBezTo>
                  <a:cubicBezTo>
                    <a:pt x="6424" y="68818"/>
                    <a:pt x="5193" y="66784"/>
                    <a:pt x="3186" y="65766"/>
                  </a:cubicBezTo>
                  <a:cubicBezTo>
                    <a:pt x="3105" y="63786"/>
                    <a:pt x="2088" y="61992"/>
                    <a:pt x="402" y="60922"/>
                  </a:cubicBezTo>
                  <a:cubicBezTo>
                    <a:pt x="2088" y="59878"/>
                    <a:pt x="3105" y="58085"/>
                    <a:pt x="3186" y="56104"/>
                  </a:cubicBezTo>
                  <a:cubicBezTo>
                    <a:pt x="5193" y="55060"/>
                    <a:pt x="6424" y="53053"/>
                    <a:pt x="6424" y="50804"/>
                  </a:cubicBezTo>
                  <a:cubicBezTo>
                    <a:pt x="6424" y="48556"/>
                    <a:pt x="5193" y="46522"/>
                    <a:pt x="3186" y="45505"/>
                  </a:cubicBezTo>
                  <a:cubicBezTo>
                    <a:pt x="3159" y="43604"/>
                    <a:pt x="2088" y="41731"/>
                    <a:pt x="402" y="40660"/>
                  </a:cubicBezTo>
                  <a:cubicBezTo>
                    <a:pt x="1901" y="39723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93" y="26260"/>
                    <a:pt x="3186" y="25243"/>
                  </a:cubicBezTo>
                  <a:cubicBezTo>
                    <a:pt x="3105" y="23236"/>
                    <a:pt x="2062" y="21443"/>
                    <a:pt x="402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608"/>
                    <a:pt x="3186" y="15581"/>
                    <a:pt x="3186" y="15554"/>
                  </a:cubicBezTo>
                  <a:cubicBezTo>
                    <a:pt x="5193" y="14537"/>
                    <a:pt x="6424" y="12503"/>
                    <a:pt x="6424" y="10255"/>
                  </a:cubicBezTo>
                  <a:cubicBezTo>
                    <a:pt x="6424" y="8033"/>
                    <a:pt x="5193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2008" y="1074"/>
                    <a:pt x="215" y="30"/>
                  </a:cubicBezTo>
                  <a:cubicBezTo>
                    <a:pt x="194" y="10"/>
                    <a:pt x="170" y="1"/>
                    <a:pt x="1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20"/>
            <p:cNvSpPr/>
            <p:nvPr/>
          </p:nvSpPr>
          <p:spPr>
            <a:xfrm>
              <a:off x="839675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2" y="1"/>
                  </a:moveTo>
                  <a:cubicBezTo>
                    <a:pt x="83" y="1"/>
                    <a:pt x="44" y="20"/>
                    <a:pt x="27" y="70"/>
                  </a:cubicBezTo>
                  <a:cubicBezTo>
                    <a:pt x="0" y="70"/>
                    <a:pt x="0" y="97"/>
                    <a:pt x="0" y="124"/>
                  </a:cubicBezTo>
                  <a:cubicBezTo>
                    <a:pt x="0" y="178"/>
                    <a:pt x="27" y="204"/>
                    <a:pt x="54" y="231"/>
                  </a:cubicBezTo>
                  <a:cubicBezTo>
                    <a:pt x="1794" y="1248"/>
                    <a:pt x="2971" y="3175"/>
                    <a:pt x="2918" y="5022"/>
                  </a:cubicBezTo>
                  <a:cubicBezTo>
                    <a:pt x="2918" y="5076"/>
                    <a:pt x="2945" y="5129"/>
                    <a:pt x="2998" y="5156"/>
                  </a:cubicBezTo>
                  <a:cubicBezTo>
                    <a:pt x="4925" y="6119"/>
                    <a:pt x="6156" y="8073"/>
                    <a:pt x="6156" y="10268"/>
                  </a:cubicBezTo>
                  <a:cubicBezTo>
                    <a:pt x="6156" y="12436"/>
                    <a:pt x="4925" y="14390"/>
                    <a:pt x="2998" y="15354"/>
                  </a:cubicBezTo>
                  <a:cubicBezTo>
                    <a:pt x="2945" y="15380"/>
                    <a:pt x="2918" y="15434"/>
                    <a:pt x="2918" y="15487"/>
                  </a:cubicBezTo>
                  <a:cubicBezTo>
                    <a:pt x="2971" y="17334"/>
                    <a:pt x="1847" y="19235"/>
                    <a:pt x="81" y="20278"/>
                  </a:cubicBezTo>
                  <a:cubicBezTo>
                    <a:pt x="54" y="20278"/>
                    <a:pt x="27" y="20305"/>
                    <a:pt x="0" y="20359"/>
                  </a:cubicBezTo>
                  <a:cubicBezTo>
                    <a:pt x="0" y="20412"/>
                    <a:pt x="27" y="20466"/>
                    <a:pt x="54" y="20493"/>
                  </a:cubicBezTo>
                  <a:cubicBezTo>
                    <a:pt x="1794" y="21510"/>
                    <a:pt x="2864" y="23303"/>
                    <a:pt x="2918" y="25310"/>
                  </a:cubicBezTo>
                  <a:cubicBezTo>
                    <a:pt x="2918" y="25364"/>
                    <a:pt x="2945" y="25391"/>
                    <a:pt x="2998" y="25417"/>
                  </a:cubicBezTo>
                  <a:cubicBezTo>
                    <a:pt x="4925" y="26381"/>
                    <a:pt x="6156" y="28362"/>
                    <a:pt x="6156" y="30530"/>
                  </a:cubicBezTo>
                  <a:cubicBezTo>
                    <a:pt x="6156" y="32698"/>
                    <a:pt x="4925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078" y="37837"/>
                    <a:pt x="1606" y="39630"/>
                    <a:pt x="81" y="40540"/>
                  </a:cubicBezTo>
                  <a:cubicBezTo>
                    <a:pt x="54" y="40540"/>
                    <a:pt x="27" y="40594"/>
                    <a:pt x="0" y="40620"/>
                  </a:cubicBezTo>
                  <a:cubicBezTo>
                    <a:pt x="0" y="40674"/>
                    <a:pt x="27" y="40727"/>
                    <a:pt x="54" y="40754"/>
                  </a:cubicBezTo>
                  <a:cubicBezTo>
                    <a:pt x="1794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25" y="46669"/>
                    <a:pt x="6156" y="48623"/>
                    <a:pt x="6156" y="50791"/>
                  </a:cubicBezTo>
                  <a:cubicBezTo>
                    <a:pt x="6156" y="52959"/>
                    <a:pt x="4925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64" y="57991"/>
                    <a:pt x="1820" y="59785"/>
                    <a:pt x="81" y="60802"/>
                  </a:cubicBezTo>
                  <a:cubicBezTo>
                    <a:pt x="54" y="60828"/>
                    <a:pt x="27" y="60855"/>
                    <a:pt x="0" y="60882"/>
                  </a:cubicBezTo>
                  <a:cubicBezTo>
                    <a:pt x="0" y="60935"/>
                    <a:pt x="27" y="60989"/>
                    <a:pt x="54" y="61016"/>
                  </a:cubicBezTo>
                  <a:cubicBezTo>
                    <a:pt x="1794" y="62033"/>
                    <a:pt x="2864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25" y="66931"/>
                    <a:pt x="6156" y="68885"/>
                    <a:pt x="6156" y="71053"/>
                  </a:cubicBezTo>
                  <a:cubicBezTo>
                    <a:pt x="6156" y="73221"/>
                    <a:pt x="4925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64" y="78280"/>
                    <a:pt x="1794" y="80073"/>
                    <a:pt x="81" y="81090"/>
                  </a:cubicBezTo>
                  <a:cubicBezTo>
                    <a:pt x="0" y="81117"/>
                    <a:pt x="0" y="81197"/>
                    <a:pt x="27" y="81251"/>
                  </a:cubicBezTo>
                  <a:cubicBezTo>
                    <a:pt x="47" y="81290"/>
                    <a:pt x="95" y="81315"/>
                    <a:pt x="140" y="81315"/>
                  </a:cubicBezTo>
                  <a:cubicBezTo>
                    <a:pt x="157" y="81315"/>
                    <a:pt x="173" y="81311"/>
                    <a:pt x="188" y="81304"/>
                  </a:cubicBezTo>
                  <a:cubicBezTo>
                    <a:pt x="1981" y="80260"/>
                    <a:pt x="3105" y="78413"/>
                    <a:pt x="3159" y="76352"/>
                  </a:cubicBezTo>
                  <a:cubicBezTo>
                    <a:pt x="5166" y="75309"/>
                    <a:pt x="6397" y="73301"/>
                    <a:pt x="6397" y="71053"/>
                  </a:cubicBezTo>
                  <a:cubicBezTo>
                    <a:pt x="6397" y="68805"/>
                    <a:pt x="5166" y="66797"/>
                    <a:pt x="3159" y="65753"/>
                  </a:cubicBezTo>
                  <a:cubicBezTo>
                    <a:pt x="3105" y="63773"/>
                    <a:pt x="2061" y="61979"/>
                    <a:pt x="375" y="60909"/>
                  </a:cubicBezTo>
                  <a:cubicBezTo>
                    <a:pt x="2061" y="59865"/>
                    <a:pt x="3105" y="58072"/>
                    <a:pt x="3159" y="56091"/>
                  </a:cubicBezTo>
                  <a:cubicBezTo>
                    <a:pt x="5166" y="55047"/>
                    <a:pt x="6397" y="53040"/>
                    <a:pt x="6397" y="50791"/>
                  </a:cubicBezTo>
                  <a:cubicBezTo>
                    <a:pt x="6397" y="48543"/>
                    <a:pt x="5166" y="46536"/>
                    <a:pt x="3159" y="45492"/>
                  </a:cubicBezTo>
                  <a:cubicBezTo>
                    <a:pt x="3159" y="43591"/>
                    <a:pt x="2061" y="41718"/>
                    <a:pt x="375" y="40647"/>
                  </a:cubicBezTo>
                  <a:cubicBezTo>
                    <a:pt x="1901" y="39710"/>
                    <a:pt x="3292" y="37890"/>
                    <a:pt x="3185" y="35829"/>
                  </a:cubicBezTo>
                  <a:cubicBezTo>
                    <a:pt x="5166" y="34785"/>
                    <a:pt x="6397" y="32751"/>
                    <a:pt x="6397" y="30530"/>
                  </a:cubicBezTo>
                  <a:cubicBezTo>
                    <a:pt x="6397" y="28281"/>
                    <a:pt x="5166" y="26247"/>
                    <a:pt x="3159" y="25230"/>
                  </a:cubicBezTo>
                  <a:cubicBezTo>
                    <a:pt x="3078" y="23223"/>
                    <a:pt x="2035" y="21429"/>
                    <a:pt x="375" y="20386"/>
                  </a:cubicBezTo>
                  <a:cubicBezTo>
                    <a:pt x="2061" y="19315"/>
                    <a:pt x="3159" y="17441"/>
                    <a:pt x="3159" y="15595"/>
                  </a:cubicBezTo>
                  <a:cubicBezTo>
                    <a:pt x="3159" y="15595"/>
                    <a:pt x="3159" y="15568"/>
                    <a:pt x="3159" y="15541"/>
                  </a:cubicBezTo>
                  <a:cubicBezTo>
                    <a:pt x="5166" y="14524"/>
                    <a:pt x="6397" y="12490"/>
                    <a:pt x="6397" y="10268"/>
                  </a:cubicBezTo>
                  <a:cubicBezTo>
                    <a:pt x="6397" y="8020"/>
                    <a:pt x="5166" y="5986"/>
                    <a:pt x="3159" y="4969"/>
                  </a:cubicBezTo>
                  <a:lnTo>
                    <a:pt x="3159" y="4942"/>
                  </a:lnTo>
                  <a:cubicBezTo>
                    <a:pt x="3159" y="3041"/>
                    <a:pt x="1981" y="1061"/>
                    <a:pt x="188" y="17"/>
                  </a:cubicBezTo>
                  <a:cubicBezTo>
                    <a:pt x="168" y="7"/>
                    <a:pt x="145" y="1"/>
                    <a:pt x="1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20"/>
            <p:cNvSpPr/>
            <p:nvPr/>
          </p:nvSpPr>
          <p:spPr>
            <a:xfrm>
              <a:off x="685775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0" y="110"/>
                    <a:pt x="0" y="137"/>
                  </a:cubicBezTo>
                  <a:cubicBezTo>
                    <a:pt x="0" y="164"/>
                    <a:pt x="27" y="217"/>
                    <a:pt x="81" y="244"/>
                  </a:cubicBezTo>
                  <a:cubicBezTo>
                    <a:pt x="1820" y="1261"/>
                    <a:pt x="2944" y="3188"/>
                    <a:pt x="2918" y="5035"/>
                  </a:cubicBezTo>
                  <a:cubicBezTo>
                    <a:pt x="2918" y="5089"/>
                    <a:pt x="2944" y="5142"/>
                    <a:pt x="2998" y="5169"/>
                  </a:cubicBezTo>
                  <a:cubicBezTo>
                    <a:pt x="4952" y="6133"/>
                    <a:pt x="6156" y="8086"/>
                    <a:pt x="6156" y="10255"/>
                  </a:cubicBezTo>
                  <a:cubicBezTo>
                    <a:pt x="6156" y="12449"/>
                    <a:pt x="4952" y="14403"/>
                    <a:pt x="2998" y="15367"/>
                  </a:cubicBezTo>
                  <a:cubicBezTo>
                    <a:pt x="2944" y="15394"/>
                    <a:pt x="2918" y="15447"/>
                    <a:pt x="2918" y="15501"/>
                  </a:cubicBezTo>
                  <a:cubicBezTo>
                    <a:pt x="2998" y="17347"/>
                    <a:pt x="1847" y="19248"/>
                    <a:pt x="81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0" y="20425"/>
                    <a:pt x="27" y="20479"/>
                    <a:pt x="81" y="20506"/>
                  </a:cubicBezTo>
                  <a:cubicBezTo>
                    <a:pt x="1794" y="21496"/>
                    <a:pt x="2864" y="23316"/>
                    <a:pt x="2918" y="25324"/>
                  </a:cubicBezTo>
                  <a:cubicBezTo>
                    <a:pt x="2918" y="25350"/>
                    <a:pt x="2944" y="25404"/>
                    <a:pt x="2998" y="25431"/>
                  </a:cubicBezTo>
                  <a:cubicBezTo>
                    <a:pt x="4952" y="26394"/>
                    <a:pt x="6156" y="28348"/>
                    <a:pt x="6156" y="30543"/>
                  </a:cubicBezTo>
                  <a:cubicBezTo>
                    <a:pt x="6156" y="32711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18" y="35762"/>
                  </a:cubicBezTo>
                  <a:cubicBezTo>
                    <a:pt x="3078" y="37823"/>
                    <a:pt x="1633" y="39643"/>
                    <a:pt x="81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1" y="40767"/>
                  </a:cubicBezTo>
                  <a:cubicBezTo>
                    <a:pt x="1820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4" y="45665"/>
                    <a:pt x="2998" y="45692"/>
                  </a:cubicBezTo>
                  <a:cubicBezTo>
                    <a:pt x="4952" y="46656"/>
                    <a:pt x="6156" y="48636"/>
                    <a:pt x="6156" y="50804"/>
                  </a:cubicBezTo>
                  <a:cubicBezTo>
                    <a:pt x="6156" y="52972"/>
                    <a:pt x="4952" y="54926"/>
                    <a:pt x="2998" y="55917"/>
                  </a:cubicBezTo>
                  <a:cubicBezTo>
                    <a:pt x="2944" y="55917"/>
                    <a:pt x="2918" y="55970"/>
                    <a:pt x="2918" y="56024"/>
                  </a:cubicBezTo>
                  <a:cubicBezTo>
                    <a:pt x="2891" y="58004"/>
                    <a:pt x="1820" y="59798"/>
                    <a:pt x="81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0" y="60949"/>
                    <a:pt x="27" y="61002"/>
                    <a:pt x="81" y="61029"/>
                  </a:cubicBezTo>
                  <a:cubicBezTo>
                    <a:pt x="1820" y="62046"/>
                    <a:pt x="2891" y="63839"/>
                    <a:pt x="2918" y="65847"/>
                  </a:cubicBezTo>
                  <a:cubicBezTo>
                    <a:pt x="2918" y="65900"/>
                    <a:pt x="2944" y="65927"/>
                    <a:pt x="2998" y="65954"/>
                  </a:cubicBezTo>
                  <a:cubicBezTo>
                    <a:pt x="4952" y="66944"/>
                    <a:pt x="6156" y="68898"/>
                    <a:pt x="6156" y="71066"/>
                  </a:cubicBezTo>
                  <a:cubicBezTo>
                    <a:pt x="6156" y="73234"/>
                    <a:pt x="4952" y="75188"/>
                    <a:pt x="2998" y="76178"/>
                  </a:cubicBezTo>
                  <a:cubicBezTo>
                    <a:pt x="2944" y="76178"/>
                    <a:pt x="2918" y="76232"/>
                    <a:pt x="2918" y="76285"/>
                  </a:cubicBezTo>
                  <a:cubicBezTo>
                    <a:pt x="2891" y="78293"/>
                    <a:pt x="1820" y="80086"/>
                    <a:pt x="81" y="81076"/>
                  </a:cubicBezTo>
                  <a:cubicBezTo>
                    <a:pt x="27" y="81130"/>
                    <a:pt x="0" y="81183"/>
                    <a:pt x="27" y="81264"/>
                  </a:cubicBezTo>
                  <a:cubicBezTo>
                    <a:pt x="60" y="81297"/>
                    <a:pt x="93" y="81320"/>
                    <a:pt x="133" y="81320"/>
                  </a:cubicBezTo>
                  <a:cubicBezTo>
                    <a:pt x="157" y="81320"/>
                    <a:pt x="184" y="81311"/>
                    <a:pt x="214" y="81290"/>
                  </a:cubicBezTo>
                  <a:cubicBezTo>
                    <a:pt x="2008" y="80273"/>
                    <a:pt x="3105" y="78427"/>
                    <a:pt x="3185" y="76366"/>
                  </a:cubicBezTo>
                  <a:cubicBezTo>
                    <a:pt x="5166" y="75322"/>
                    <a:pt x="6397" y="73314"/>
                    <a:pt x="6397" y="71066"/>
                  </a:cubicBezTo>
                  <a:cubicBezTo>
                    <a:pt x="6397" y="68818"/>
                    <a:pt x="5166" y="66784"/>
                    <a:pt x="3185" y="65766"/>
                  </a:cubicBezTo>
                  <a:cubicBezTo>
                    <a:pt x="3105" y="63786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104"/>
                  </a:cubicBezTo>
                  <a:cubicBezTo>
                    <a:pt x="5166" y="55060"/>
                    <a:pt x="6397" y="53053"/>
                    <a:pt x="6397" y="50804"/>
                  </a:cubicBezTo>
                  <a:cubicBezTo>
                    <a:pt x="6397" y="48556"/>
                    <a:pt x="5166" y="46522"/>
                    <a:pt x="3185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723"/>
                    <a:pt x="3292" y="37903"/>
                    <a:pt x="3185" y="35816"/>
                  </a:cubicBezTo>
                  <a:cubicBezTo>
                    <a:pt x="5166" y="34799"/>
                    <a:pt x="6397" y="32764"/>
                    <a:pt x="6397" y="30543"/>
                  </a:cubicBezTo>
                  <a:cubicBezTo>
                    <a:pt x="6397" y="28295"/>
                    <a:pt x="5166" y="26260"/>
                    <a:pt x="3185" y="25243"/>
                  </a:cubicBezTo>
                  <a:cubicBezTo>
                    <a:pt x="3078" y="23236"/>
                    <a:pt x="2061" y="21443"/>
                    <a:pt x="375" y="20399"/>
                  </a:cubicBezTo>
                  <a:cubicBezTo>
                    <a:pt x="2088" y="19328"/>
                    <a:pt x="3185" y="17401"/>
                    <a:pt x="3185" y="15554"/>
                  </a:cubicBezTo>
                  <a:cubicBezTo>
                    <a:pt x="5166" y="14537"/>
                    <a:pt x="6397" y="12503"/>
                    <a:pt x="6397" y="10255"/>
                  </a:cubicBezTo>
                  <a:cubicBezTo>
                    <a:pt x="6397" y="8033"/>
                    <a:pt x="5166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1981" y="1074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20"/>
            <p:cNvSpPr/>
            <p:nvPr/>
          </p:nvSpPr>
          <p:spPr>
            <a:xfrm>
              <a:off x="531875" y="8188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47" y="1"/>
                  </a:moveTo>
                  <a:cubicBezTo>
                    <a:pt x="106" y="1"/>
                    <a:pt x="61" y="20"/>
                    <a:pt x="27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54" y="204"/>
                    <a:pt x="80" y="231"/>
                  </a:cubicBezTo>
                  <a:cubicBezTo>
                    <a:pt x="1820" y="1248"/>
                    <a:pt x="2971" y="3175"/>
                    <a:pt x="2944" y="5022"/>
                  </a:cubicBezTo>
                  <a:cubicBezTo>
                    <a:pt x="2944" y="5076"/>
                    <a:pt x="2971" y="5129"/>
                    <a:pt x="2998" y="5156"/>
                  </a:cubicBezTo>
                  <a:cubicBezTo>
                    <a:pt x="4952" y="6119"/>
                    <a:pt x="6156" y="8073"/>
                    <a:pt x="6156" y="10268"/>
                  </a:cubicBezTo>
                  <a:cubicBezTo>
                    <a:pt x="6156" y="12436"/>
                    <a:pt x="4952" y="14390"/>
                    <a:pt x="2998" y="15354"/>
                  </a:cubicBezTo>
                  <a:cubicBezTo>
                    <a:pt x="2971" y="15380"/>
                    <a:pt x="2944" y="15461"/>
                    <a:pt x="2944" y="15487"/>
                  </a:cubicBezTo>
                  <a:cubicBezTo>
                    <a:pt x="2998" y="17334"/>
                    <a:pt x="1847" y="19235"/>
                    <a:pt x="107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0" y="20412"/>
                    <a:pt x="27" y="20466"/>
                    <a:pt x="80" y="20493"/>
                  </a:cubicBezTo>
                  <a:cubicBezTo>
                    <a:pt x="1793" y="21510"/>
                    <a:pt x="2864" y="23303"/>
                    <a:pt x="2944" y="25310"/>
                  </a:cubicBezTo>
                  <a:cubicBezTo>
                    <a:pt x="2944" y="25364"/>
                    <a:pt x="2971" y="25391"/>
                    <a:pt x="2998" y="25417"/>
                  </a:cubicBezTo>
                  <a:cubicBezTo>
                    <a:pt x="4952" y="26381"/>
                    <a:pt x="6156" y="28362"/>
                    <a:pt x="6156" y="30530"/>
                  </a:cubicBezTo>
                  <a:cubicBezTo>
                    <a:pt x="6156" y="32698"/>
                    <a:pt x="4952" y="34652"/>
                    <a:pt x="2998" y="35642"/>
                  </a:cubicBezTo>
                  <a:cubicBezTo>
                    <a:pt x="2971" y="35642"/>
                    <a:pt x="2944" y="35695"/>
                    <a:pt x="2944" y="35749"/>
                  </a:cubicBezTo>
                  <a:cubicBezTo>
                    <a:pt x="3105" y="37837"/>
                    <a:pt x="1633" y="39630"/>
                    <a:pt x="107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0" y="40674"/>
                    <a:pt x="27" y="40727"/>
                    <a:pt x="80" y="40754"/>
                  </a:cubicBezTo>
                  <a:cubicBezTo>
                    <a:pt x="1820" y="41771"/>
                    <a:pt x="2944" y="43645"/>
                    <a:pt x="2944" y="45545"/>
                  </a:cubicBezTo>
                  <a:cubicBezTo>
                    <a:pt x="2944" y="45545"/>
                    <a:pt x="2944" y="45545"/>
                    <a:pt x="2944" y="45572"/>
                  </a:cubicBezTo>
                  <a:cubicBezTo>
                    <a:pt x="2944" y="45626"/>
                    <a:pt x="2971" y="45652"/>
                    <a:pt x="2998" y="45679"/>
                  </a:cubicBezTo>
                  <a:cubicBezTo>
                    <a:pt x="4952" y="46669"/>
                    <a:pt x="6156" y="48623"/>
                    <a:pt x="6156" y="50791"/>
                  </a:cubicBezTo>
                  <a:cubicBezTo>
                    <a:pt x="6156" y="52959"/>
                    <a:pt x="4952" y="54913"/>
                    <a:pt x="2998" y="55904"/>
                  </a:cubicBezTo>
                  <a:cubicBezTo>
                    <a:pt x="2971" y="55930"/>
                    <a:pt x="2944" y="55957"/>
                    <a:pt x="2944" y="56011"/>
                  </a:cubicBezTo>
                  <a:cubicBezTo>
                    <a:pt x="2891" y="57991"/>
                    <a:pt x="1820" y="59785"/>
                    <a:pt x="107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0" y="60935"/>
                    <a:pt x="27" y="60989"/>
                    <a:pt x="80" y="61016"/>
                  </a:cubicBezTo>
                  <a:cubicBezTo>
                    <a:pt x="1820" y="62033"/>
                    <a:pt x="2891" y="63826"/>
                    <a:pt x="2944" y="65834"/>
                  </a:cubicBezTo>
                  <a:cubicBezTo>
                    <a:pt x="2944" y="65887"/>
                    <a:pt x="2971" y="65914"/>
                    <a:pt x="2998" y="65941"/>
                  </a:cubicBezTo>
                  <a:cubicBezTo>
                    <a:pt x="4952" y="66931"/>
                    <a:pt x="6156" y="68885"/>
                    <a:pt x="6156" y="71053"/>
                  </a:cubicBezTo>
                  <a:cubicBezTo>
                    <a:pt x="6156" y="73221"/>
                    <a:pt x="4952" y="75175"/>
                    <a:pt x="2998" y="76165"/>
                  </a:cubicBezTo>
                  <a:cubicBezTo>
                    <a:pt x="2971" y="76192"/>
                    <a:pt x="2944" y="76219"/>
                    <a:pt x="2944" y="76272"/>
                  </a:cubicBezTo>
                  <a:cubicBezTo>
                    <a:pt x="2891" y="78280"/>
                    <a:pt x="1820" y="80073"/>
                    <a:pt x="80" y="81090"/>
                  </a:cubicBezTo>
                  <a:cubicBezTo>
                    <a:pt x="27" y="81117"/>
                    <a:pt x="0" y="81197"/>
                    <a:pt x="54" y="81251"/>
                  </a:cubicBezTo>
                  <a:cubicBezTo>
                    <a:pt x="73" y="81290"/>
                    <a:pt x="122" y="81315"/>
                    <a:pt x="167" y="81315"/>
                  </a:cubicBezTo>
                  <a:cubicBezTo>
                    <a:pt x="184" y="81315"/>
                    <a:pt x="200" y="81311"/>
                    <a:pt x="214" y="81304"/>
                  </a:cubicBezTo>
                  <a:cubicBezTo>
                    <a:pt x="2008" y="80260"/>
                    <a:pt x="3105" y="78413"/>
                    <a:pt x="3185" y="76352"/>
                  </a:cubicBezTo>
                  <a:cubicBezTo>
                    <a:pt x="5193" y="75309"/>
                    <a:pt x="6424" y="73301"/>
                    <a:pt x="6424" y="71053"/>
                  </a:cubicBezTo>
                  <a:cubicBezTo>
                    <a:pt x="6424" y="68805"/>
                    <a:pt x="5193" y="66797"/>
                    <a:pt x="3185" y="65753"/>
                  </a:cubicBezTo>
                  <a:cubicBezTo>
                    <a:pt x="3105" y="63773"/>
                    <a:pt x="2088" y="61979"/>
                    <a:pt x="402" y="60909"/>
                  </a:cubicBezTo>
                  <a:cubicBezTo>
                    <a:pt x="2088" y="59865"/>
                    <a:pt x="3105" y="58072"/>
                    <a:pt x="3185" y="56091"/>
                  </a:cubicBezTo>
                  <a:cubicBezTo>
                    <a:pt x="5193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5" y="45492"/>
                  </a:cubicBezTo>
                  <a:cubicBezTo>
                    <a:pt x="3185" y="43591"/>
                    <a:pt x="2088" y="41718"/>
                    <a:pt x="402" y="40647"/>
                  </a:cubicBezTo>
                  <a:cubicBezTo>
                    <a:pt x="1900" y="39710"/>
                    <a:pt x="3319" y="37890"/>
                    <a:pt x="3185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93" y="26247"/>
                    <a:pt x="3185" y="25230"/>
                  </a:cubicBezTo>
                  <a:cubicBezTo>
                    <a:pt x="3105" y="23223"/>
                    <a:pt x="2061" y="21429"/>
                    <a:pt x="402" y="20386"/>
                  </a:cubicBezTo>
                  <a:cubicBezTo>
                    <a:pt x="2088" y="19315"/>
                    <a:pt x="3185" y="17441"/>
                    <a:pt x="3185" y="15595"/>
                  </a:cubicBezTo>
                  <a:cubicBezTo>
                    <a:pt x="3185" y="15595"/>
                    <a:pt x="3185" y="15568"/>
                    <a:pt x="3185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5" y="4969"/>
                  </a:cubicBezTo>
                  <a:lnTo>
                    <a:pt x="3185" y="4942"/>
                  </a:lnTo>
                  <a:cubicBezTo>
                    <a:pt x="3185" y="3041"/>
                    <a:pt x="2008" y="1061"/>
                    <a:pt x="214" y="17"/>
                  </a:cubicBezTo>
                  <a:cubicBezTo>
                    <a:pt x="195" y="7"/>
                    <a:pt x="171" y="1"/>
                    <a:pt x="1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20"/>
            <p:cNvSpPr/>
            <p:nvPr/>
          </p:nvSpPr>
          <p:spPr>
            <a:xfrm>
              <a:off x="378625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20" y="1"/>
                  </a:moveTo>
                  <a:cubicBezTo>
                    <a:pt x="81" y="1"/>
                    <a:pt x="44" y="24"/>
                    <a:pt x="28" y="57"/>
                  </a:cubicBezTo>
                  <a:cubicBezTo>
                    <a:pt x="1" y="84"/>
                    <a:pt x="1" y="110"/>
                    <a:pt x="1" y="137"/>
                  </a:cubicBezTo>
                  <a:cubicBezTo>
                    <a:pt x="1" y="164"/>
                    <a:pt x="28" y="217"/>
                    <a:pt x="54" y="244"/>
                  </a:cubicBezTo>
                  <a:cubicBezTo>
                    <a:pt x="1821" y="1261"/>
                    <a:pt x="2972" y="3188"/>
                    <a:pt x="2918" y="5035"/>
                  </a:cubicBezTo>
                  <a:cubicBezTo>
                    <a:pt x="2918" y="5116"/>
                    <a:pt x="2945" y="5142"/>
                    <a:pt x="2999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9" y="15367"/>
                  </a:cubicBezTo>
                  <a:cubicBezTo>
                    <a:pt x="2945" y="15394"/>
                    <a:pt x="2918" y="15447"/>
                    <a:pt x="2918" y="15501"/>
                  </a:cubicBezTo>
                  <a:cubicBezTo>
                    <a:pt x="2972" y="17347"/>
                    <a:pt x="1848" y="19248"/>
                    <a:pt x="81" y="20292"/>
                  </a:cubicBezTo>
                  <a:cubicBezTo>
                    <a:pt x="54" y="20292"/>
                    <a:pt x="28" y="20318"/>
                    <a:pt x="1" y="20372"/>
                  </a:cubicBezTo>
                  <a:cubicBezTo>
                    <a:pt x="1" y="20425"/>
                    <a:pt x="28" y="20479"/>
                    <a:pt x="54" y="20506"/>
                  </a:cubicBezTo>
                  <a:cubicBezTo>
                    <a:pt x="1794" y="21496"/>
                    <a:pt x="2865" y="23316"/>
                    <a:pt x="2918" y="25324"/>
                  </a:cubicBezTo>
                  <a:cubicBezTo>
                    <a:pt x="2918" y="25350"/>
                    <a:pt x="2945" y="25404"/>
                    <a:pt x="2999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9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9" y="37823"/>
                    <a:pt x="1607" y="39643"/>
                    <a:pt x="81" y="40553"/>
                  </a:cubicBezTo>
                  <a:cubicBezTo>
                    <a:pt x="54" y="40553"/>
                    <a:pt x="28" y="40580"/>
                    <a:pt x="1" y="40633"/>
                  </a:cubicBezTo>
                  <a:cubicBezTo>
                    <a:pt x="1" y="40687"/>
                    <a:pt x="28" y="40741"/>
                    <a:pt x="54" y="40767"/>
                  </a:cubicBezTo>
                  <a:cubicBezTo>
                    <a:pt x="1794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5" y="45665"/>
                    <a:pt x="2999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9" y="55917"/>
                  </a:cubicBezTo>
                  <a:cubicBezTo>
                    <a:pt x="2945" y="55917"/>
                    <a:pt x="2918" y="55970"/>
                    <a:pt x="2918" y="56024"/>
                  </a:cubicBezTo>
                  <a:cubicBezTo>
                    <a:pt x="2865" y="58004"/>
                    <a:pt x="1821" y="59798"/>
                    <a:pt x="81" y="60815"/>
                  </a:cubicBezTo>
                  <a:cubicBezTo>
                    <a:pt x="54" y="60815"/>
                    <a:pt x="28" y="60868"/>
                    <a:pt x="1" y="60895"/>
                  </a:cubicBezTo>
                  <a:cubicBezTo>
                    <a:pt x="1" y="60949"/>
                    <a:pt x="28" y="61002"/>
                    <a:pt x="54" y="61029"/>
                  </a:cubicBezTo>
                  <a:cubicBezTo>
                    <a:pt x="1794" y="62046"/>
                    <a:pt x="2865" y="63839"/>
                    <a:pt x="2918" y="65847"/>
                  </a:cubicBezTo>
                  <a:cubicBezTo>
                    <a:pt x="2918" y="65900"/>
                    <a:pt x="2945" y="65927"/>
                    <a:pt x="2999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9" y="76178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65" y="78293"/>
                    <a:pt x="1821" y="80086"/>
                    <a:pt x="81" y="81076"/>
                  </a:cubicBezTo>
                  <a:cubicBezTo>
                    <a:pt x="1" y="81130"/>
                    <a:pt x="1" y="81183"/>
                    <a:pt x="28" y="81264"/>
                  </a:cubicBezTo>
                  <a:cubicBezTo>
                    <a:pt x="44" y="81297"/>
                    <a:pt x="81" y="81320"/>
                    <a:pt x="120" y="81320"/>
                  </a:cubicBezTo>
                  <a:cubicBezTo>
                    <a:pt x="143" y="81320"/>
                    <a:pt x="168" y="81311"/>
                    <a:pt x="188" y="81290"/>
                  </a:cubicBezTo>
                  <a:cubicBezTo>
                    <a:pt x="1981" y="80273"/>
                    <a:pt x="3106" y="78427"/>
                    <a:pt x="3159" y="76366"/>
                  </a:cubicBezTo>
                  <a:cubicBezTo>
                    <a:pt x="5167" y="75322"/>
                    <a:pt x="6398" y="73314"/>
                    <a:pt x="6398" y="71066"/>
                  </a:cubicBezTo>
                  <a:cubicBezTo>
                    <a:pt x="6398" y="68818"/>
                    <a:pt x="5167" y="66784"/>
                    <a:pt x="3159" y="65766"/>
                  </a:cubicBezTo>
                  <a:cubicBezTo>
                    <a:pt x="3106" y="63786"/>
                    <a:pt x="2062" y="61992"/>
                    <a:pt x="376" y="60922"/>
                  </a:cubicBezTo>
                  <a:cubicBezTo>
                    <a:pt x="2062" y="59878"/>
                    <a:pt x="3106" y="58085"/>
                    <a:pt x="3159" y="56104"/>
                  </a:cubicBezTo>
                  <a:cubicBezTo>
                    <a:pt x="5167" y="55060"/>
                    <a:pt x="6398" y="53053"/>
                    <a:pt x="6398" y="50804"/>
                  </a:cubicBezTo>
                  <a:cubicBezTo>
                    <a:pt x="6398" y="48556"/>
                    <a:pt x="5167" y="46522"/>
                    <a:pt x="3159" y="45505"/>
                  </a:cubicBezTo>
                  <a:cubicBezTo>
                    <a:pt x="3159" y="43604"/>
                    <a:pt x="2062" y="41731"/>
                    <a:pt x="376" y="40660"/>
                  </a:cubicBezTo>
                  <a:cubicBezTo>
                    <a:pt x="1901" y="39723"/>
                    <a:pt x="3293" y="37903"/>
                    <a:pt x="3186" y="35816"/>
                  </a:cubicBezTo>
                  <a:cubicBezTo>
                    <a:pt x="5167" y="34799"/>
                    <a:pt x="6398" y="32764"/>
                    <a:pt x="6398" y="30543"/>
                  </a:cubicBezTo>
                  <a:cubicBezTo>
                    <a:pt x="6398" y="28295"/>
                    <a:pt x="5167" y="26260"/>
                    <a:pt x="3159" y="25243"/>
                  </a:cubicBezTo>
                  <a:cubicBezTo>
                    <a:pt x="3079" y="23236"/>
                    <a:pt x="2035" y="21443"/>
                    <a:pt x="376" y="20399"/>
                  </a:cubicBezTo>
                  <a:cubicBezTo>
                    <a:pt x="2089" y="19328"/>
                    <a:pt x="3186" y="17401"/>
                    <a:pt x="3186" y="15554"/>
                  </a:cubicBezTo>
                  <a:cubicBezTo>
                    <a:pt x="5167" y="14537"/>
                    <a:pt x="6398" y="12503"/>
                    <a:pt x="6398" y="10255"/>
                  </a:cubicBezTo>
                  <a:cubicBezTo>
                    <a:pt x="6398" y="8033"/>
                    <a:pt x="5167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1981" y="1074"/>
                    <a:pt x="188" y="30"/>
                  </a:cubicBezTo>
                  <a:cubicBezTo>
                    <a:pt x="168" y="10"/>
                    <a:pt x="143" y="1"/>
                    <a:pt x="1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20"/>
            <p:cNvSpPr/>
            <p:nvPr/>
          </p:nvSpPr>
          <p:spPr>
            <a:xfrm>
              <a:off x="224725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9" y="1"/>
                  </a:moveTo>
                  <a:cubicBezTo>
                    <a:pt x="83" y="1"/>
                    <a:pt x="44" y="20"/>
                    <a:pt x="27" y="70"/>
                  </a:cubicBezTo>
                  <a:cubicBezTo>
                    <a:pt x="27" y="70"/>
                    <a:pt x="1" y="97"/>
                    <a:pt x="1" y="124"/>
                  </a:cubicBezTo>
                  <a:cubicBezTo>
                    <a:pt x="1" y="178"/>
                    <a:pt x="27" y="204"/>
                    <a:pt x="81" y="231"/>
                  </a:cubicBezTo>
                  <a:cubicBezTo>
                    <a:pt x="1821" y="1248"/>
                    <a:pt x="2972" y="3175"/>
                    <a:pt x="2918" y="5022"/>
                  </a:cubicBezTo>
                  <a:cubicBezTo>
                    <a:pt x="2945" y="5076"/>
                    <a:pt x="2945" y="5129"/>
                    <a:pt x="2998" y="5156"/>
                  </a:cubicBezTo>
                  <a:cubicBezTo>
                    <a:pt x="4952" y="6119"/>
                    <a:pt x="6157" y="8073"/>
                    <a:pt x="6157" y="10268"/>
                  </a:cubicBezTo>
                  <a:cubicBezTo>
                    <a:pt x="6157" y="12436"/>
                    <a:pt x="4952" y="14390"/>
                    <a:pt x="2998" y="15354"/>
                  </a:cubicBezTo>
                  <a:cubicBezTo>
                    <a:pt x="2945" y="15380"/>
                    <a:pt x="2918" y="15461"/>
                    <a:pt x="2918" y="15487"/>
                  </a:cubicBezTo>
                  <a:cubicBezTo>
                    <a:pt x="2998" y="17334"/>
                    <a:pt x="1848" y="19235"/>
                    <a:pt x="108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1" y="20412"/>
                    <a:pt x="27" y="20466"/>
                    <a:pt x="81" y="20493"/>
                  </a:cubicBezTo>
                  <a:cubicBezTo>
                    <a:pt x="1794" y="21510"/>
                    <a:pt x="2865" y="23303"/>
                    <a:pt x="2918" y="25310"/>
                  </a:cubicBezTo>
                  <a:cubicBezTo>
                    <a:pt x="2945" y="25364"/>
                    <a:pt x="2972" y="25391"/>
                    <a:pt x="2998" y="25417"/>
                  </a:cubicBezTo>
                  <a:cubicBezTo>
                    <a:pt x="4952" y="26381"/>
                    <a:pt x="6157" y="28362"/>
                    <a:pt x="6157" y="30530"/>
                  </a:cubicBezTo>
                  <a:cubicBezTo>
                    <a:pt x="6157" y="32698"/>
                    <a:pt x="4952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106" y="37837"/>
                    <a:pt x="1633" y="39630"/>
                    <a:pt x="108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1" y="40674"/>
                    <a:pt x="27" y="40727"/>
                    <a:pt x="81" y="40754"/>
                  </a:cubicBezTo>
                  <a:cubicBezTo>
                    <a:pt x="1821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52" y="46669"/>
                    <a:pt x="6157" y="48623"/>
                    <a:pt x="6157" y="50791"/>
                  </a:cubicBezTo>
                  <a:cubicBezTo>
                    <a:pt x="6157" y="52959"/>
                    <a:pt x="4952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91" y="57991"/>
                    <a:pt x="1821" y="59785"/>
                    <a:pt x="108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1" y="60935"/>
                    <a:pt x="27" y="60989"/>
                    <a:pt x="81" y="61016"/>
                  </a:cubicBezTo>
                  <a:cubicBezTo>
                    <a:pt x="1821" y="62033"/>
                    <a:pt x="2891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52" y="66931"/>
                    <a:pt x="6157" y="68885"/>
                    <a:pt x="6157" y="71053"/>
                  </a:cubicBezTo>
                  <a:cubicBezTo>
                    <a:pt x="6157" y="73221"/>
                    <a:pt x="4952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7" y="81117"/>
                    <a:pt x="1" y="81197"/>
                    <a:pt x="27" y="81251"/>
                  </a:cubicBezTo>
                  <a:cubicBezTo>
                    <a:pt x="67" y="81290"/>
                    <a:pt x="106" y="81315"/>
                    <a:pt x="156" y="81315"/>
                  </a:cubicBezTo>
                  <a:cubicBezTo>
                    <a:pt x="174" y="81315"/>
                    <a:pt x="193" y="81311"/>
                    <a:pt x="215" y="81304"/>
                  </a:cubicBezTo>
                  <a:cubicBezTo>
                    <a:pt x="2008" y="80260"/>
                    <a:pt x="3106" y="78413"/>
                    <a:pt x="3186" y="76352"/>
                  </a:cubicBezTo>
                  <a:cubicBezTo>
                    <a:pt x="5166" y="75309"/>
                    <a:pt x="6398" y="73301"/>
                    <a:pt x="6398" y="71053"/>
                  </a:cubicBezTo>
                  <a:cubicBezTo>
                    <a:pt x="6398" y="68805"/>
                    <a:pt x="5166" y="66797"/>
                    <a:pt x="3186" y="65753"/>
                  </a:cubicBezTo>
                  <a:cubicBezTo>
                    <a:pt x="3106" y="63773"/>
                    <a:pt x="2062" y="61979"/>
                    <a:pt x="375" y="60909"/>
                  </a:cubicBezTo>
                  <a:cubicBezTo>
                    <a:pt x="2062" y="59865"/>
                    <a:pt x="3106" y="58072"/>
                    <a:pt x="3186" y="56091"/>
                  </a:cubicBezTo>
                  <a:cubicBezTo>
                    <a:pt x="5166" y="55047"/>
                    <a:pt x="6398" y="53040"/>
                    <a:pt x="6398" y="50791"/>
                  </a:cubicBezTo>
                  <a:cubicBezTo>
                    <a:pt x="6398" y="48543"/>
                    <a:pt x="5166" y="46536"/>
                    <a:pt x="3186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320" y="37890"/>
                    <a:pt x="3186" y="35829"/>
                  </a:cubicBezTo>
                  <a:cubicBezTo>
                    <a:pt x="5166" y="34785"/>
                    <a:pt x="6398" y="32751"/>
                    <a:pt x="6398" y="30530"/>
                  </a:cubicBezTo>
                  <a:cubicBezTo>
                    <a:pt x="6398" y="28281"/>
                    <a:pt x="5166" y="26247"/>
                    <a:pt x="3186" y="25230"/>
                  </a:cubicBezTo>
                  <a:cubicBezTo>
                    <a:pt x="3079" y="23223"/>
                    <a:pt x="2062" y="21429"/>
                    <a:pt x="375" y="20386"/>
                  </a:cubicBezTo>
                  <a:cubicBezTo>
                    <a:pt x="2088" y="19315"/>
                    <a:pt x="3186" y="17441"/>
                    <a:pt x="3186" y="15595"/>
                  </a:cubicBezTo>
                  <a:cubicBezTo>
                    <a:pt x="3186" y="15595"/>
                    <a:pt x="3186" y="15568"/>
                    <a:pt x="3186" y="15541"/>
                  </a:cubicBezTo>
                  <a:cubicBezTo>
                    <a:pt x="5166" y="14524"/>
                    <a:pt x="6398" y="12490"/>
                    <a:pt x="6398" y="10268"/>
                  </a:cubicBezTo>
                  <a:cubicBezTo>
                    <a:pt x="6398" y="8020"/>
                    <a:pt x="5166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1981" y="1061"/>
                    <a:pt x="215" y="17"/>
                  </a:cubicBezTo>
                  <a:cubicBezTo>
                    <a:pt x="185" y="7"/>
                    <a:pt x="156" y="1"/>
                    <a:pt x="1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20"/>
            <p:cNvSpPr/>
            <p:nvPr/>
          </p:nvSpPr>
          <p:spPr>
            <a:xfrm>
              <a:off x="1914975" y="25935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51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27" y="225"/>
                    <a:pt x="81" y="225"/>
                  </a:cubicBezTo>
                  <a:cubicBezTo>
                    <a:pt x="1821" y="1243"/>
                    <a:pt x="2972" y="3170"/>
                    <a:pt x="2945" y="5043"/>
                  </a:cubicBezTo>
                  <a:cubicBezTo>
                    <a:pt x="2945" y="5070"/>
                    <a:pt x="2972" y="5124"/>
                    <a:pt x="2998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8" y="15375"/>
                  </a:cubicBezTo>
                  <a:cubicBezTo>
                    <a:pt x="2945" y="15402"/>
                    <a:pt x="2945" y="15428"/>
                    <a:pt x="2945" y="15482"/>
                  </a:cubicBezTo>
                  <a:cubicBezTo>
                    <a:pt x="2998" y="17355"/>
                    <a:pt x="1848" y="19256"/>
                    <a:pt x="108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1" y="20407"/>
                    <a:pt x="27" y="20460"/>
                    <a:pt x="81" y="20514"/>
                  </a:cubicBezTo>
                  <a:cubicBezTo>
                    <a:pt x="1794" y="21504"/>
                    <a:pt x="2865" y="23297"/>
                    <a:pt x="2945" y="25305"/>
                  </a:cubicBezTo>
                  <a:cubicBezTo>
                    <a:pt x="2945" y="25358"/>
                    <a:pt x="2972" y="25385"/>
                    <a:pt x="2998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8" y="35636"/>
                  </a:cubicBezTo>
                  <a:cubicBezTo>
                    <a:pt x="2945" y="35663"/>
                    <a:pt x="2918" y="35717"/>
                    <a:pt x="2945" y="35770"/>
                  </a:cubicBezTo>
                  <a:cubicBezTo>
                    <a:pt x="3106" y="37831"/>
                    <a:pt x="1633" y="39651"/>
                    <a:pt x="108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1" y="40668"/>
                    <a:pt x="27" y="40749"/>
                    <a:pt x="81" y="40775"/>
                  </a:cubicBezTo>
                  <a:cubicBezTo>
                    <a:pt x="1821" y="41766"/>
                    <a:pt x="2945" y="43639"/>
                    <a:pt x="2945" y="45540"/>
                  </a:cubicBezTo>
                  <a:cubicBezTo>
                    <a:pt x="2945" y="45540"/>
                    <a:pt x="2945" y="45566"/>
                    <a:pt x="2945" y="45566"/>
                  </a:cubicBezTo>
                  <a:cubicBezTo>
                    <a:pt x="2945" y="45620"/>
                    <a:pt x="2972" y="45674"/>
                    <a:pt x="2998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8" y="55898"/>
                  </a:cubicBezTo>
                  <a:cubicBezTo>
                    <a:pt x="2972" y="55925"/>
                    <a:pt x="2945" y="55952"/>
                    <a:pt x="2945" y="56005"/>
                  </a:cubicBezTo>
                  <a:cubicBezTo>
                    <a:pt x="2891" y="58012"/>
                    <a:pt x="1821" y="59806"/>
                    <a:pt x="108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1" y="60957"/>
                    <a:pt x="27" y="61010"/>
                    <a:pt x="81" y="61037"/>
                  </a:cubicBezTo>
                  <a:cubicBezTo>
                    <a:pt x="1821" y="62054"/>
                    <a:pt x="2891" y="63847"/>
                    <a:pt x="2945" y="65828"/>
                  </a:cubicBezTo>
                  <a:cubicBezTo>
                    <a:pt x="2945" y="65882"/>
                    <a:pt x="2972" y="65935"/>
                    <a:pt x="2998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8" y="76160"/>
                  </a:cubicBezTo>
                  <a:cubicBezTo>
                    <a:pt x="2972" y="76186"/>
                    <a:pt x="2945" y="76240"/>
                    <a:pt x="2945" y="76267"/>
                  </a:cubicBezTo>
                  <a:cubicBezTo>
                    <a:pt x="2891" y="78274"/>
                    <a:pt x="1821" y="80067"/>
                    <a:pt x="81" y="81084"/>
                  </a:cubicBezTo>
                  <a:cubicBezTo>
                    <a:pt x="27" y="81111"/>
                    <a:pt x="1" y="81191"/>
                    <a:pt x="27" y="81245"/>
                  </a:cubicBezTo>
                  <a:cubicBezTo>
                    <a:pt x="61" y="81296"/>
                    <a:pt x="106" y="81315"/>
                    <a:pt x="148" y="81315"/>
                  </a:cubicBezTo>
                  <a:cubicBezTo>
                    <a:pt x="172" y="81315"/>
                    <a:pt x="195" y="81308"/>
                    <a:pt x="215" y="81299"/>
                  </a:cubicBezTo>
                  <a:cubicBezTo>
                    <a:pt x="2008" y="80255"/>
                    <a:pt x="3106" y="78408"/>
                    <a:pt x="3186" y="76347"/>
                  </a:cubicBezTo>
                  <a:cubicBezTo>
                    <a:pt x="5166" y="75330"/>
                    <a:pt x="6424" y="73296"/>
                    <a:pt x="6424" y="71047"/>
                  </a:cubicBezTo>
                  <a:cubicBezTo>
                    <a:pt x="6424" y="68826"/>
                    <a:pt x="5166" y="66792"/>
                    <a:pt x="3186" y="65748"/>
                  </a:cubicBezTo>
                  <a:cubicBezTo>
                    <a:pt x="3106" y="63767"/>
                    <a:pt x="2062" y="61974"/>
                    <a:pt x="375" y="60930"/>
                  </a:cubicBezTo>
                  <a:cubicBezTo>
                    <a:pt x="2062" y="59859"/>
                    <a:pt x="3106" y="58093"/>
                    <a:pt x="3186" y="56085"/>
                  </a:cubicBezTo>
                  <a:cubicBezTo>
                    <a:pt x="5166" y="55068"/>
                    <a:pt x="6424" y="53034"/>
                    <a:pt x="6424" y="50786"/>
                  </a:cubicBezTo>
                  <a:cubicBezTo>
                    <a:pt x="6424" y="48537"/>
                    <a:pt x="5166" y="46530"/>
                    <a:pt x="3186" y="45486"/>
                  </a:cubicBezTo>
                  <a:cubicBezTo>
                    <a:pt x="3159" y="43586"/>
                    <a:pt x="2088" y="41739"/>
                    <a:pt x="375" y="40668"/>
                  </a:cubicBezTo>
                  <a:cubicBezTo>
                    <a:pt x="1901" y="39705"/>
                    <a:pt x="3320" y="37885"/>
                    <a:pt x="3186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66" y="26268"/>
                    <a:pt x="3186" y="25225"/>
                  </a:cubicBezTo>
                  <a:cubicBezTo>
                    <a:pt x="3106" y="23244"/>
                    <a:pt x="2062" y="21451"/>
                    <a:pt x="375" y="20407"/>
                  </a:cubicBezTo>
                  <a:cubicBezTo>
                    <a:pt x="2088" y="19336"/>
                    <a:pt x="3186" y="17436"/>
                    <a:pt x="3186" y="15616"/>
                  </a:cubicBezTo>
                  <a:cubicBezTo>
                    <a:pt x="3186" y="15589"/>
                    <a:pt x="3186" y="15562"/>
                    <a:pt x="3186" y="15562"/>
                  </a:cubicBezTo>
                  <a:cubicBezTo>
                    <a:pt x="5166" y="14518"/>
                    <a:pt x="6424" y="12511"/>
                    <a:pt x="6424" y="10263"/>
                  </a:cubicBezTo>
                  <a:cubicBezTo>
                    <a:pt x="6424" y="8014"/>
                    <a:pt x="5166" y="6007"/>
                    <a:pt x="3186" y="4963"/>
                  </a:cubicBezTo>
                  <a:cubicBezTo>
                    <a:pt x="3186" y="3036"/>
                    <a:pt x="2008" y="1055"/>
                    <a:pt x="215" y="11"/>
                  </a:cubicBezTo>
                  <a:cubicBezTo>
                    <a:pt x="193" y="4"/>
                    <a:pt x="172" y="1"/>
                    <a:pt x="1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20"/>
            <p:cNvSpPr/>
            <p:nvPr/>
          </p:nvSpPr>
          <p:spPr>
            <a:xfrm>
              <a:off x="1761075" y="2845375"/>
              <a:ext cx="160625" cy="2032675"/>
            </a:xfrm>
            <a:custGeom>
              <a:avLst/>
              <a:gdLst/>
              <a:ahLst/>
              <a:cxnLst/>
              <a:rect l="l" t="t" r="r" b="b"/>
              <a:pathLst>
                <a:path w="6425" h="81307" extrusionOk="0">
                  <a:moveTo>
                    <a:pt x="146" y="1"/>
                  </a:moveTo>
                  <a:cubicBezTo>
                    <a:pt x="108" y="1"/>
                    <a:pt x="71" y="24"/>
                    <a:pt x="54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1" y="244"/>
                  </a:cubicBezTo>
                  <a:cubicBezTo>
                    <a:pt x="1821" y="1234"/>
                    <a:pt x="2972" y="3162"/>
                    <a:pt x="2945" y="5035"/>
                  </a:cubicBezTo>
                  <a:cubicBezTo>
                    <a:pt x="2945" y="5089"/>
                    <a:pt x="2972" y="5142"/>
                    <a:pt x="2998" y="5142"/>
                  </a:cubicBezTo>
                  <a:cubicBezTo>
                    <a:pt x="4952" y="6133"/>
                    <a:pt x="6183" y="8086"/>
                    <a:pt x="6183" y="10254"/>
                  </a:cubicBezTo>
                  <a:cubicBezTo>
                    <a:pt x="6183" y="12422"/>
                    <a:pt x="4952" y="14376"/>
                    <a:pt x="2998" y="15367"/>
                  </a:cubicBezTo>
                  <a:cubicBezTo>
                    <a:pt x="2972" y="15393"/>
                    <a:pt x="2945" y="15447"/>
                    <a:pt x="2945" y="15474"/>
                  </a:cubicBezTo>
                  <a:cubicBezTo>
                    <a:pt x="2998" y="17321"/>
                    <a:pt x="1847" y="19248"/>
                    <a:pt x="108" y="20265"/>
                  </a:cubicBezTo>
                  <a:cubicBezTo>
                    <a:pt x="81" y="20292"/>
                    <a:pt x="27" y="20318"/>
                    <a:pt x="27" y="20345"/>
                  </a:cubicBezTo>
                  <a:cubicBezTo>
                    <a:pt x="27" y="20425"/>
                    <a:pt x="27" y="20479"/>
                    <a:pt x="81" y="20506"/>
                  </a:cubicBezTo>
                  <a:cubicBezTo>
                    <a:pt x="1821" y="21496"/>
                    <a:pt x="2891" y="23289"/>
                    <a:pt x="2945" y="25297"/>
                  </a:cubicBezTo>
                  <a:cubicBezTo>
                    <a:pt x="2945" y="25350"/>
                    <a:pt x="2972" y="25404"/>
                    <a:pt x="2998" y="25404"/>
                  </a:cubicBezTo>
                  <a:cubicBezTo>
                    <a:pt x="4952" y="26394"/>
                    <a:pt x="6183" y="28348"/>
                    <a:pt x="6183" y="30516"/>
                  </a:cubicBezTo>
                  <a:cubicBezTo>
                    <a:pt x="6183" y="32684"/>
                    <a:pt x="4952" y="34665"/>
                    <a:pt x="2998" y="35628"/>
                  </a:cubicBezTo>
                  <a:cubicBezTo>
                    <a:pt x="2972" y="35655"/>
                    <a:pt x="2945" y="35709"/>
                    <a:pt x="2945" y="35762"/>
                  </a:cubicBezTo>
                  <a:cubicBezTo>
                    <a:pt x="3105" y="37823"/>
                    <a:pt x="1633" y="39643"/>
                    <a:pt x="108" y="40526"/>
                  </a:cubicBezTo>
                  <a:cubicBezTo>
                    <a:pt x="81" y="40553"/>
                    <a:pt x="27" y="40580"/>
                    <a:pt x="27" y="40633"/>
                  </a:cubicBezTo>
                  <a:cubicBezTo>
                    <a:pt x="27" y="40687"/>
                    <a:pt x="27" y="40741"/>
                    <a:pt x="81" y="40767"/>
                  </a:cubicBezTo>
                  <a:cubicBezTo>
                    <a:pt x="1821" y="41784"/>
                    <a:pt x="2945" y="43631"/>
                    <a:pt x="2945" y="45532"/>
                  </a:cubicBezTo>
                  <a:lnTo>
                    <a:pt x="2945" y="45558"/>
                  </a:ln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83" y="48610"/>
                    <a:pt x="6183" y="50778"/>
                  </a:cubicBezTo>
                  <a:cubicBezTo>
                    <a:pt x="6183" y="52972"/>
                    <a:pt x="4952" y="54926"/>
                    <a:pt x="2998" y="55890"/>
                  </a:cubicBezTo>
                  <a:cubicBezTo>
                    <a:pt x="2972" y="55917"/>
                    <a:pt x="2945" y="55970"/>
                    <a:pt x="2945" y="55997"/>
                  </a:cubicBezTo>
                  <a:cubicBezTo>
                    <a:pt x="2891" y="58004"/>
                    <a:pt x="1847" y="59798"/>
                    <a:pt x="108" y="60815"/>
                  </a:cubicBezTo>
                  <a:cubicBezTo>
                    <a:pt x="81" y="60815"/>
                    <a:pt x="27" y="60841"/>
                    <a:pt x="27" y="60895"/>
                  </a:cubicBezTo>
                  <a:cubicBezTo>
                    <a:pt x="27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873"/>
                    <a:pt x="2972" y="65927"/>
                    <a:pt x="2998" y="65954"/>
                  </a:cubicBezTo>
                  <a:cubicBezTo>
                    <a:pt x="4952" y="66917"/>
                    <a:pt x="6183" y="68871"/>
                    <a:pt x="6183" y="71066"/>
                  </a:cubicBezTo>
                  <a:cubicBezTo>
                    <a:pt x="6183" y="73234"/>
                    <a:pt x="4952" y="75188"/>
                    <a:pt x="2998" y="76151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7" y="81103"/>
                    <a:pt x="1" y="81183"/>
                    <a:pt x="54" y="81237"/>
                  </a:cubicBezTo>
                  <a:cubicBezTo>
                    <a:pt x="71" y="81288"/>
                    <a:pt x="110" y="81306"/>
                    <a:pt x="149" y="81306"/>
                  </a:cubicBezTo>
                  <a:cubicBezTo>
                    <a:pt x="172" y="81306"/>
                    <a:pt x="195" y="81300"/>
                    <a:pt x="215" y="81290"/>
                  </a:cubicBezTo>
                  <a:cubicBezTo>
                    <a:pt x="2008" y="80247"/>
                    <a:pt x="3105" y="78400"/>
                    <a:pt x="3186" y="76366"/>
                  </a:cubicBezTo>
                  <a:cubicBezTo>
                    <a:pt x="5193" y="75322"/>
                    <a:pt x="6424" y="73288"/>
                    <a:pt x="6424" y="71066"/>
                  </a:cubicBezTo>
                  <a:cubicBezTo>
                    <a:pt x="6424" y="68818"/>
                    <a:pt x="5193" y="66783"/>
                    <a:pt x="3186" y="65766"/>
                  </a:cubicBezTo>
                  <a:cubicBezTo>
                    <a:pt x="3132" y="63759"/>
                    <a:pt x="2088" y="61992"/>
                    <a:pt x="402" y="60922"/>
                  </a:cubicBezTo>
                  <a:cubicBezTo>
                    <a:pt x="2088" y="59878"/>
                    <a:pt x="3132" y="58085"/>
                    <a:pt x="3186" y="56077"/>
                  </a:cubicBezTo>
                  <a:cubicBezTo>
                    <a:pt x="5193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6" y="45505"/>
                  </a:cubicBezTo>
                  <a:cubicBezTo>
                    <a:pt x="3186" y="43604"/>
                    <a:pt x="2088" y="41731"/>
                    <a:pt x="402" y="40660"/>
                  </a:cubicBezTo>
                  <a:cubicBezTo>
                    <a:pt x="1901" y="39697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93" y="26260"/>
                    <a:pt x="3186" y="25216"/>
                  </a:cubicBezTo>
                  <a:cubicBezTo>
                    <a:pt x="3105" y="23236"/>
                    <a:pt x="2062" y="21442"/>
                    <a:pt x="402" y="20399"/>
                  </a:cubicBezTo>
                  <a:cubicBezTo>
                    <a:pt x="2115" y="19328"/>
                    <a:pt x="3212" y="17401"/>
                    <a:pt x="3186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6" y="4955"/>
                  </a:cubicBezTo>
                  <a:cubicBezTo>
                    <a:pt x="3186" y="3028"/>
                    <a:pt x="2008" y="1047"/>
                    <a:pt x="215" y="30"/>
                  </a:cubicBezTo>
                  <a:cubicBezTo>
                    <a:pt x="194" y="10"/>
                    <a:pt x="170" y="1"/>
                    <a:pt x="1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20"/>
            <p:cNvSpPr/>
            <p:nvPr/>
          </p:nvSpPr>
          <p:spPr>
            <a:xfrm>
              <a:off x="1607850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0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0" y="92"/>
                    <a:pt x="0" y="118"/>
                    <a:pt x="0" y="118"/>
                  </a:cubicBezTo>
                  <a:cubicBezTo>
                    <a:pt x="0" y="172"/>
                    <a:pt x="27" y="225"/>
                    <a:pt x="81" y="225"/>
                  </a:cubicBezTo>
                  <a:cubicBezTo>
                    <a:pt x="1820" y="1243"/>
                    <a:pt x="2944" y="3170"/>
                    <a:pt x="2918" y="5043"/>
                  </a:cubicBezTo>
                  <a:cubicBezTo>
                    <a:pt x="2918" y="5070"/>
                    <a:pt x="2944" y="5124"/>
                    <a:pt x="2998" y="5150"/>
                  </a:cubicBezTo>
                  <a:cubicBezTo>
                    <a:pt x="4952" y="6141"/>
                    <a:pt x="6156" y="8095"/>
                    <a:pt x="6156" y="10263"/>
                  </a:cubicBezTo>
                  <a:cubicBezTo>
                    <a:pt x="6156" y="12431"/>
                    <a:pt x="4952" y="14384"/>
                    <a:pt x="2998" y="15375"/>
                  </a:cubicBezTo>
                  <a:cubicBezTo>
                    <a:pt x="2944" y="15402"/>
                    <a:pt x="2918" y="15428"/>
                    <a:pt x="2918" y="15482"/>
                  </a:cubicBezTo>
                  <a:cubicBezTo>
                    <a:pt x="2971" y="17329"/>
                    <a:pt x="1847" y="19256"/>
                    <a:pt x="81" y="20273"/>
                  </a:cubicBezTo>
                  <a:cubicBezTo>
                    <a:pt x="54" y="20300"/>
                    <a:pt x="27" y="20326"/>
                    <a:pt x="0" y="20353"/>
                  </a:cubicBezTo>
                  <a:cubicBezTo>
                    <a:pt x="0" y="20407"/>
                    <a:pt x="27" y="20460"/>
                    <a:pt x="81" y="20514"/>
                  </a:cubicBezTo>
                  <a:cubicBezTo>
                    <a:pt x="1794" y="21504"/>
                    <a:pt x="2864" y="23297"/>
                    <a:pt x="2918" y="25305"/>
                  </a:cubicBezTo>
                  <a:cubicBezTo>
                    <a:pt x="2918" y="25358"/>
                    <a:pt x="2944" y="25385"/>
                    <a:pt x="2998" y="25412"/>
                  </a:cubicBezTo>
                  <a:cubicBezTo>
                    <a:pt x="4952" y="26402"/>
                    <a:pt x="6156" y="28356"/>
                    <a:pt x="6156" y="30524"/>
                  </a:cubicBezTo>
                  <a:cubicBezTo>
                    <a:pt x="6156" y="32692"/>
                    <a:pt x="4952" y="34646"/>
                    <a:pt x="2998" y="35636"/>
                  </a:cubicBezTo>
                  <a:cubicBezTo>
                    <a:pt x="2944" y="35663"/>
                    <a:pt x="2918" y="35717"/>
                    <a:pt x="2918" y="35770"/>
                  </a:cubicBezTo>
                  <a:cubicBezTo>
                    <a:pt x="3078" y="37831"/>
                    <a:pt x="1633" y="39651"/>
                    <a:pt x="81" y="40535"/>
                  </a:cubicBezTo>
                  <a:cubicBezTo>
                    <a:pt x="54" y="40561"/>
                    <a:pt x="27" y="40588"/>
                    <a:pt x="0" y="40615"/>
                  </a:cubicBezTo>
                  <a:cubicBezTo>
                    <a:pt x="0" y="40668"/>
                    <a:pt x="27" y="40749"/>
                    <a:pt x="81" y="40775"/>
                  </a:cubicBezTo>
                  <a:cubicBezTo>
                    <a:pt x="1820" y="41766"/>
                    <a:pt x="2918" y="43639"/>
                    <a:pt x="2918" y="45540"/>
                  </a:cubicBezTo>
                  <a:cubicBezTo>
                    <a:pt x="2918" y="45540"/>
                    <a:pt x="2918" y="45566"/>
                    <a:pt x="2918" y="45566"/>
                  </a:cubicBezTo>
                  <a:cubicBezTo>
                    <a:pt x="2918" y="45620"/>
                    <a:pt x="2944" y="45674"/>
                    <a:pt x="2998" y="45674"/>
                  </a:cubicBezTo>
                  <a:cubicBezTo>
                    <a:pt x="4952" y="46664"/>
                    <a:pt x="6156" y="48618"/>
                    <a:pt x="6156" y="50786"/>
                  </a:cubicBezTo>
                  <a:cubicBezTo>
                    <a:pt x="6156" y="52954"/>
                    <a:pt x="4952" y="54934"/>
                    <a:pt x="2998" y="55898"/>
                  </a:cubicBezTo>
                  <a:cubicBezTo>
                    <a:pt x="2944" y="55925"/>
                    <a:pt x="2918" y="55952"/>
                    <a:pt x="2918" y="56005"/>
                  </a:cubicBezTo>
                  <a:cubicBezTo>
                    <a:pt x="2864" y="58012"/>
                    <a:pt x="1820" y="59806"/>
                    <a:pt x="81" y="60796"/>
                  </a:cubicBezTo>
                  <a:cubicBezTo>
                    <a:pt x="54" y="60823"/>
                    <a:pt x="27" y="60850"/>
                    <a:pt x="0" y="60903"/>
                  </a:cubicBezTo>
                  <a:cubicBezTo>
                    <a:pt x="0" y="60957"/>
                    <a:pt x="27" y="61010"/>
                    <a:pt x="81" y="61037"/>
                  </a:cubicBezTo>
                  <a:cubicBezTo>
                    <a:pt x="1820" y="62054"/>
                    <a:pt x="2864" y="63847"/>
                    <a:pt x="2918" y="65828"/>
                  </a:cubicBezTo>
                  <a:cubicBezTo>
                    <a:pt x="2918" y="65882"/>
                    <a:pt x="2944" y="65935"/>
                    <a:pt x="2998" y="65962"/>
                  </a:cubicBezTo>
                  <a:cubicBezTo>
                    <a:pt x="4952" y="66925"/>
                    <a:pt x="6156" y="68879"/>
                    <a:pt x="6156" y="71047"/>
                  </a:cubicBezTo>
                  <a:cubicBezTo>
                    <a:pt x="6156" y="73242"/>
                    <a:pt x="4952" y="75196"/>
                    <a:pt x="2998" y="76160"/>
                  </a:cubicBezTo>
                  <a:cubicBezTo>
                    <a:pt x="2944" y="76186"/>
                    <a:pt x="2918" y="76240"/>
                    <a:pt x="2918" y="76267"/>
                  </a:cubicBezTo>
                  <a:cubicBezTo>
                    <a:pt x="2864" y="78274"/>
                    <a:pt x="1820" y="80067"/>
                    <a:pt x="81" y="81084"/>
                  </a:cubicBezTo>
                  <a:cubicBezTo>
                    <a:pt x="27" y="81111"/>
                    <a:pt x="0" y="81191"/>
                    <a:pt x="27" y="81245"/>
                  </a:cubicBezTo>
                  <a:cubicBezTo>
                    <a:pt x="44" y="81296"/>
                    <a:pt x="82" y="81315"/>
                    <a:pt x="122" y="81315"/>
                  </a:cubicBezTo>
                  <a:cubicBezTo>
                    <a:pt x="145" y="81315"/>
                    <a:pt x="168" y="81308"/>
                    <a:pt x="188" y="81299"/>
                  </a:cubicBezTo>
                  <a:cubicBezTo>
                    <a:pt x="1981" y="80255"/>
                    <a:pt x="3105" y="78408"/>
                    <a:pt x="3185" y="76347"/>
                  </a:cubicBezTo>
                  <a:cubicBezTo>
                    <a:pt x="5166" y="75330"/>
                    <a:pt x="6397" y="73296"/>
                    <a:pt x="6397" y="71047"/>
                  </a:cubicBezTo>
                  <a:cubicBezTo>
                    <a:pt x="6397" y="68826"/>
                    <a:pt x="5166" y="66792"/>
                    <a:pt x="3185" y="65748"/>
                  </a:cubicBezTo>
                  <a:cubicBezTo>
                    <a:pt x="3105" y="63767"/>
                    <a:pt x="2061" y="61974"/>
                    <a:pt x="375" y="60930"/>
                  </a:cubicBezTo>
                  <a:cubicBezTo>
                    <a:pt x="2061" y="59859"/>
                    <a:pt x="3105" y="58093"/>
                    <a:pt x="3185" y="56085"/>
                  </a:cubicBezTo>
                  <a:cubicBezTo>
                    <a:pt x="5166" y="55068"/>
                    <a:pt x="6397" y="53034"/>
                    <a:pt x="6397" y="50786"/>
                  </a:cubicBezTo>
                  <a:cubicBezTo>
                    <a:pt x="6397" y="48537"/>
                    <a:pt x="5166" y="46530"/>
                    <a:pt x="3185" y="45486"/>
                  </a:cubicBezTo>
                  <a:cubicBezTo>
                    <a:pt x="3159" y="43586"/>
                    <a:pt x="2061" y="41739"/>
                    <a:pt x="375" y="40668"/>
                  </a:cubicBezTo>
                  <a:cubicBezTo>
                    <a:pt x="1901" y="39705"/>
                    <a:pt x="3292" y="37885"/>
                    <a:pt x="3185" y="35824"/>
                  </a:cubicBezTo>
                  <a:cubicBezTo>
                    <a:pt x="5166" y="34780"/>
                    <a:pt x="6397" y="32772"/>
                    <a:pt x="6397" y="30524"/>
                  </a:cubicBezTo>
                  <a:cubicBezTo>
                    <a:pt x="6397" y="28276"/>
                    <a:pt x="5166" y="26268"/>
                    <a:pt x="3185" y="25225"/>
                  </a:cubicBezTo>
                  <a:cubicBezTo>
                    <a:pt x="3078" y="23244"/>
                    <a:pt x="2061" y="21451"/>
                    <a:pt x="375" y="20407"/>
                  </a:cubicBezTo>
                  <a:cubicBezTo>
                    <a:pt x="2061" y="19336"/>
                    <a:pt x="3185" y="17436"/>
                    <a:pt x="3185" y="15616"/>
                  </a:cubicBezTo>
                  <a:cubicBezTo>
                    <a:pt x="3185" y="15589"/>
                    <a:pt x="3185" y="15562"/>
                    <a:pt x="3185" y="15562"/>
                  </a:cubicBezTo>
                  <a:cubicBezTo>
                    <a:pt x="5166" y="14518"/>
                    <a:pt x="6397" y="12511"/>
                    <a:pt x="6397" y="10263"/>
                  </a:cubicBezTo>
                  <a:cubicBezTo>
                    <a:pt x="6397" y="8014"/>
                    <a:pt x="5166" y="6007"/>
                    <a:pt x="3185" y="4963"/>
                  </a:cubicBezTo>
                  <a:cubicBezTo>
                    <a:pt x="3185" y="3036"/>
                    <a:pt x="1981" y="1055"/>
                    <a:pt x="188" y="11"/>
                  </a:cubicBezTo>
                  <a:cubicBezTo>
                    <a:pt x="173" y="4"/>
                    <a:pt x="157" y="1"/>
                    <a:pt x="1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20"/>
            <p:cNvSpPr/>
            <p:nvPr/>
          </p:nvSpPr>
          <p:spPr>
            <a:xfrm>
              <a:off x="1453950" y="2845375"/>
              <a:ext cx="160600" cy="2032675"/>
            </a:xfrm>
            <a:custGeom>
              <a:avLst/>
              <a:gdLst/>
              <a:ahLst/>
              <a:cxnLst/>
              <a:rect l="l" t="t" r="r" b="b"/>
              <a:pathLst>
                <a:path w="6424" h="81307" extrusionOk="0">
                  <a:moveTo>
                    <a:pt x="133" y="1"/>
                  </a:moveTo>
                  <a:cubicBezTo>
                    <a:pt x="93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27" y="217"/>
                    <a:pt x="80" y="244"/>
                  </a:cubicBezTo>
                  <a:cubicBezTo>
                    <a:pt x="1820" y="1234"/>
                    <a:pt x="2971" y="3188"/>
                    <a:pt x="2944" y="5035"/>
                  </a:cubicBezTo>
                  <a:cubicBezTo>
                    <a:pt x="2944" y="5089"/>
                    <a:pt x="2971" y="5142"/>
                    <a:pt x="2998" y="5142"/>
                  </a:cubicBezTo>
                  <a:cubicBezTo>
                    <a:pt x="4952" y="6133"/>
                    <a:pt x="6156" y="8086"/>
                    <a:pt x="6156" y="10254"/>
                  </a:cubicBezTo>
                  <a:cubicBezTo>
                    <a:pt x="6156" y="12422"/>
                    <a:pt x="4952" y="14376"/>
                    <a:pt x="2998" y="15367"/>
                  </a:cubicBezTo>
                  <a:cubicBezTo>
                    <a:pt x="2971" y="15393"/>
                    <a:pt x="2944" y="15420"/>
                    <a:pt x="2944" y="15474"/>
                  </a:cubicBezTo>
                  <a:cubicBezTo>
                    <a:pt x="2998" y="17347"/>
                    <a:pt x="1847" y="19248"/>
                    <a:pt x="107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0" y="20425"/>
                    <a:pt x="27" y="20479"/>
                    <a:pt x="80" y="20506"/>
                  </a:cubicBezTo>
                  <a:cubicBezTo>
                    <a:pt x="1793" y="21496"/>
                    <a:pt x="2864" y="23289"/>
                    <a:pt x="2944" y="25297"/>
                  </a:cubicBezTo>
                  <a:cubicBezTo>
                    <a:pt x="2944" y="25350"/>
                    <a:pt x="2971" y="25404"/>
                    <a:pt x="2998" y="25404"/>
                  </a:cubicBezTo>
                  <a:cubicBezTo>
                    <a:pt x="4952" y="26394"/>
                    <a:pt x="6156" y="28348"/>
                    <a:pt x="6156" y="30516"/>
                  </a:cubicBezTo>
                  <a:cubicBezTo>
                    <a:pt x="6156" y="32684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44" y="35762"/>
                  </a:cubicBezTo>
                  <a:cubicBezTo>
                    <a:pt x="3105" y="37823"/>
                    <a:pt x="1633" y="39643"/>
                    <a:pt x="107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0" y="40767"/>
                  </a:cubicBezTo>
                  <a:cubicBezTo>
                    <a:pt x="1820" y="41784"/>
                    <a:pt x="2944" y="43631"/>
                    <a:pt x="2944" y="45532"/>
                  </a:cubicBezTo>
                  <a:cubicBezTo>
                    <a:pt x="2944" y="45558"/>
                    <a:pt x="2944" y="45558"/>
                    <a:pt x="2944" y="45558"/>
                  </a:cubicBezTo>
                  <a:cubicBezTo>
                    <a:pt x="2918" y="45612"/>
                    <a:pt x="2971" y="45665"/>
                    <a:pt x="2998" y="45692"/>
                  </a:cubicBezTo>
                  <a:cubicBezTo>
                    <a:pt x="4952" y="46656"/>
                    <a:pt x="6156" y="48610"/>
                    <a:pt x="6156" y="50778"/>
                  </a:cubicBezTo>
                  <a:cubicBezTo>
                    <a:pt x="6156" y="52972"/>
                    <a:pt x="4952" y="54926"/>
                    <a:pt x="2998" y="55890"/>
                  </a:cubicBezTo>
                  <a:cubicBezTo>
                    <a:pt x="2971" y="55917"/>
                    <a:pt x="2944" y="55970"/>
                    <a:pt x="2944" y="55997"/>
                  </a:cubicBezTo>
                  <a:cubicBezTo>
                    <a:pt x="2891" y="58004"/>
                    <a:pt x="1820" y="59798"/>
                    <a:pt x="107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0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873"/>
                    <a:pt x="2971" y="65927"/>
                    <a:pt x="2998" y="65954"/>
                  </a:cubicBezTo>
                  <a:cubicBezTo>
                    <a:pt x="4952" y="66917"/>
                    <a:pt x="6156" y="68871"/>
                    <a:pt x="6156" y="71066"/>
                  </a:cubicBezTo>
                  <a:cubicBezTo>
                    <a:pt x="6156" y="73234"/>
                    <a:pt x="4952" y="75188"/>
                    <a:pt x="2998" y="76151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59"/>
                    <a:pt x="80" y="81076"/>
                  </a:cubicBezTo>
                  <a:cubicBezTo>
                    <a:pt x="27" y="81103"/>
                    <a:pt x="0" y="81183"/>
                    <a:pt x="27" y="81237"/>
                  </a:cubicBezTo>
                  <a:cubicBezTo>
                    <a:pt x="61" y="81288"/>
                    <a:pt x="106" y="81306"/>
                    <a:pt x="147" y="81306"/>
                  </a:cubicBezTo>
                  <a:cubicBezTo>
                    <a:pt x="172" y="81306"/>
                    <a:pt x="195" y="81300"/>
                    <a:pt x="214" y="81290"/>
                  </a:cubicBezTo>
                  <a:cubicBezTo>
                    <a:pt x="2008" y="80247"/>
                    <a:pt x="3105" y="78400"/>
                    <a:pt x="3185" y="76366"/>
                  </a:cubicBezTo>
                  <a:cubicBezTo>
                    <a:pt x="5166" y="75322"/>
                    <a:pt x="6424" y="73288"/>
                    <a:pt x="6424" y="71066"/>
                  </a:cubicBezTo>
                  <a:cubicBezTo>
                    <a:pt x="6424" y="68818"/>
                    <a:pt x="5166" y="66783"/>
                    <a:pt x="3185" y="65766"/>
                  </a:cubicBezTo>
                  <a:cubicBezTo>
                    <a:pt x="3105" y="63759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077"/>
                  </a:cubicBezTo>
                  <a:cubicBezTo>
                    <a:pt x="5166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319" y="37877"/>
                    <a:pt x="3185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66" y="26260"/>
                    <a:pt x="3185" y="25216"/>
                  </a:cubicBezTo>
                  <a:cubicBezTo>
                    <a:pt x="3105" y="23236"/>
                    <a:pt x="2061" y="21442"/>
                    <a:pt x="375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581"/>
                    <a:pt x="3185" y="15581"/>
                    <a:pt x="3185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5" y="4955"/>
                  </a:cubicBezTo>
                  <a:cubicBezTo>
                    <a:pt x="3185" y="3028"/>
                    <a:pt x="2008" y="1047"/>
                    <a:pt x="214" y="30"/>
                  </a:cubicBezTo>
                  <a:cubicBezTo>
                    <a:pt x="184" y="10"/>
                    <a:pt x="157" y="1"/>
                    <a:pt x="1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20"/>
            <p:cNvSpPr/>
            <p:nvPr/>
          </p:nvSpPr>
          <p:spPr>
            <a:xfrm>
              <a:off x="1300050" y="25935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67" y="1"/>
                  </a:moveTo>
                  <a:cubicBezTo>
                    <a:pt x="121" y="1"/>
                    <a:pt x="73" y="26"/>
                    <a:pt x="54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54" y="225"/>
                    <a:pt x="80" y="225"/>
                  </a:cubicBezTo>
                  <a:cubicBezTo>
                    <a:pt x="1820" y="1243"/>
                    <a:pt x="2971" y="3170"/>
                    <a:pt x="2944" y="5043"/>
                  </a:cubicBezTo>
                  <a:cubicBezTo>
                    <a:pt x="2944" y="5070"/>
                    <a:pt x="2971" y="5124"/>
                    <a:pt x="3025" y="5150"/>
                  </a:cubicBezTo>
                  <a:cubicBezTo>
                    <a:pt x="4952" y="6141"/>
                    <a:pt x="6183" y="8095"/>
                    <a:pt x="6183" y="10263"/>
                  </a:cubicBezTo>
                  <a:cubicBezTo>
                    <a:pt x="6183" y="12431"/>
                    <a:pt x="4952" y="14384"/>
                    <a:pt x="3025" y="15375"/>
                  </a:cubicBezTo>
                  <a:cubicBezTo>
                    <a:pt x="2971" y="15402"/>
                    <a:pt x="2944" y="15428"/>
                    <a:pt x="2944" y="15482"/>
                  </a:cubicBezTo>
                  <a:cubicBezTo>
                    <a:pt x="2998" y="17355"/>
                    <a:pt x="1847" y="19256"/>
                    <a:pt x="107" y="20273"/>
                  </a:cubicBezTo>
                  <a:cubicBezTo>
                    <a:pt x="80" y="20300"/>
                    <a:pt x="54" y="20326"/>
                    <a:pt x="27" y="20353"/>
                  </a:cubicBezTo>
                  <a:cubicBezTo>
                    <a:pt x="27" y="20407"/>
                    <a:pt x="27" y="20460"/>
                    <a:pt x="80" y="20514"/>
                  </a:cubicBezTo>
                  <a:cubicBezTo>
                    <a:pt x="1820" y="21504"/>
                    <a:pt x="2891" y="23297"/>
                    <a:pt x="2944" y="25305"/>
                  </a:cubicBezTo>
                  <a:cubicBezTo>
                    <a:pt x="2944" y="25358"/>
                    <a:pt x="2971" y="25385"/>
                    <a:pt x="3025" y="25412"/>
                  </a:cubicBezTo>
                  <a:cubicBezTo>
                    <a:pt x="4952" y="26402"/>
                    <a:pt x="6183" y="28356"/>
                    <a:pt x="6183" y="30524"/>
                  </a:cubicBezTo>
                  <a:cubicBezTo>
                    <a:pt x="6183" y="32692"/>
                    <a:pt x="4952" y="34646"/>
                    <a:pt x="3025" y="35636"/>
                  </a:cubicBezTo>
                  <a:cubicBezTo>
                    <a:pt x="2971" y="35663"/>
                    <a:pt x="2944" y="35717"/>
                    <a:pt x="2944" y="35770"/>
                  </a:cubicBezTo>
                  <a:cubicBezTo>
                    <a:pt x="3105" y="37831"/>
                    <a:pt x="1633" y="39651"/>
                    <a:pt x="107" y="40535"/>
                  </a:cubicBezTo>
                  <a:cubicBezTo>
                    <a:pt x="80" y="40561"/>
                    <a:pt x="54" y="40588"/>
                    <a:pt x="27" y="40615"/>
                  </a:cubicBezTo>
                  <a:cubicBezTo>
                    <a:pt x="27" y="40668"/>
                    <a:pt x="27" y="40749"/>
                    <a:pt x="80" y="40775"/>
                  </a:cubicBezTo>
                  <a:cubicBezTo>
                    <a:pt x="1820" y="41766"/>
                    <a:pt x="2944" y="43639"/>
                    <a:pt x="2944" y="45540"/>
                  </a:cubicBezTo>
                  <a:cubicBezTo>
                    <a:pt x="2944" y="45540"/>
                    <a:pt x="2944" y="45566"/>
                    <a:pt x="2944" y="45566"/>
                  </a:cubicBezTo>
                  <a:cubicBezTo>
                    <a:pt x="2944" y="45620"/>
                    <a:pt x="2971" y="45674"/>
                    <a:pt x="3025" y="45674"/>
                  </a:cubicBezTo>
                  <a:cubicBezTo>
                    <a:pt x="4952" y="46664"/>
                    <a:pt x="6183" y="48618"/>
                    <a:pt x="6183" y="50786"/>
                  </a:cubicBezTo>
                  <a:cubicBezTo>
                    <a:pt x="6183" y="52954"/>
                    <a:pt x="4952" y="54934"/>
                    <a:pt x="3025" y="55898"/>
                  </a:cubicBezTo>
                  <a:cubicBezTo>
                    <a:pt x="2971" y="55925"/>
                    <a:pt x="2944" y="55952"/>
                    <a:pt x="2944" y="56005"/>
                  </a:cubicBezTo>
                  <a:cubicBezTo>
                    <a:pt x="2891" y="58012"/>
                    <a:pt x="1847" y="59806"/>
                    <a:pt x="107" y="60796"/>
                  </a:cubicBezTo>
                  <a:cubicBezTo>
                    <a:pt x="80" y="60823"/>
                    <a:pt x="54" y="60850"/>
                    <a:pt x="27" y="60903"/>
                  </a:cubicBezTo>
                  <a:cubicBezTo>
                    <a:pt x="27" y="60957"/>
                    <a:pt x="27" y="61010"/>
                    <a:pt x="80" y="61037"/>
                  </a:cubicBezTo>
                  <a:cubicBezTo>
                    <a:pt x="1820" y="62054"/>
                    <a:pt x="2891" y="63847"/>
                    <a:pt x="2944" y="65828"/>
                  </a:cubicBezTo>
                  <a:cubicBezTo>
                    <a:pt x="2944" y="65882"/>
                    <a:pt x="2971" y="65935"/>
                    <a:pt x="3025" y="65962"/>
                  </a:cubicBezTo>
                  <a:cubicBezTo>
                    <a:pt x="4952" y="66925"/>
                    <a:pt x="6183" y="68879"/>
                    <a:pt x="6183" y="71047"/>
                  </a:cubicBezTo>
                  <a:cubicBezTo>
                    <a:pt x="6183" y="73242"/>
                    <a:pt x="4952" y="75196"/>
                    <a:pt x="3025" y="76160"/>
                  </a:cubicBezTo>
                  <a:cubicBezTo>
                    <a:pt x="2971" y="76186"/>
                    <a:pt x="2944" y="76240"/>
                    <a:pt x="2944" y="76267"/>
                  </a:cubicBezTo>
                  <a:cubicBezTo>
                    <a:pt x="2891" y="78274"/>
                    <a:pt x="1820" y="80067"/>
                    <a:pt x="80" y="81084"/>
                  </a:cubicBezTo>
                  <a:cubicBezTo>
                    <a:pt x="27" y="81111"/>
                    <a:pt x="0" y="81191"/>
                    <a:pt x="54" y="81245"/>
                  </a:cubicBezTo>
                  <a:cubicBezTo>
                    <a:pt x="71" y="81296"/>
                    <a:pt x="109" y="81315"/>
                    <a:pt x="149" y="81315"/>
                  </a:cubicBezTo>
                  <a:cubicBezTo>
                    <a:pt x="171" y="81315"/>
                    <a:pt x="195" y="81308"/>
                    <a:pt x="214" y="81299"/>
                  </a:cubicBezTo>
                  <a:cubicBezTo>
                    <a:pt x="2007" y="80255"/>
                    <a:pt x="3105" y="78408"/>
                    <a:pt x="3185" y="76347"/>
                  </a:cubicBezTo>
                  <a:cubicBezTo>
                    <a:pt x="5193" y="75330"/>
                    <a:pt x="6424" y="73296"/>
                    <a:pt x="6424" y="71047"/>
                  </a:cubicBezTo>
                  <a:cubicBezTo>
                    <a:pt x="6424" y="68826"/>
                    <a:pt x="5193" y="66792"/>
                    <a:pt x="3185" y="65748"/>
                  </a:cubicBezTo>
                  <a:cubicBezTo>
                    <a:pt x="3132" y="63767"/>
                    <a:pt x="2088" y="61974"/>
                    <a:pt x="402" y="60930"/>
                  </a:cubicBezTo>
                  <a:cubicBezTo>
                    <a:pt x="2088" y="59859"/>
                    <a:pt x="3132" y="58093"/>
                    <a:pt x="3185" y="56085"/>
                  </a:cubicBezTo>
                  <a:cubicBezTo>
                    <a:pt x="5193" y="55068"/>
                    <a:pt x="6424" y="53034"/>
                    <a:pt x="6424" y="50786"/>
                  </a:cubicBezTo>
                  <a:cubicBezTo>
                    <a:pt x="6424" y="48537"/>
                    <a:pt x="5193" y="46530"/>
                    <a:pt x="3185" y="45486"/>
                  </a:cubicBezTo>
                  <a:cubicBezTo>
                    <a:pt x="3185" y="43586"/>
                    <a:pt x="2088" y="41739"/>
                    <a:pt x="402" y="40668"/>
                  </a:cubicBezTo>
                  <a:cubicBezTo>
                    <a:pt x="1927" y="39705"/>
                    <a:pt x="3319" y="37885"/>
                    <a:pt x="3212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93" y="26268"/>
                    <a:pt x="3185" y="25225"/>
                  </a:cubicBezTo>
                  <a:cubicBezTo>
                    <a:pt x="3105" y="23244"/>
                    <a:pt x="2061" y="21451"/>
                    <a:pt x="402" y="20407"/>
                  </a:cubicBezTo>
                  <a:cubicBezTo>
                    <a:pt x="2088" y="19336"/>
                    <a:pt x="3185" y="17436"/>
                    <a:pt x="3185" y="15616"/>
                  </a:cubicBezTo>
                  <a:cubicBezTo>
                    <a:pt x="3185" y="15589"/>
                    <a:pt x="3185" y="15562"/>
                    <a:pt x="3185" y="15562"/>
                  </a:cubicBezTo>
                  <a:cubicBezTo>
                    <a:pt x="5193" y="14518"/>
                    <a:pt x="6424" y="12511"/>
                    <a:pt x="6424" y="10263"/>
                  </a:cubicBezTo>
                  <a:cubicBezTo>
                    <a:pt x="6424" y="8014"/>
                    <a:pt x="5193" y="6007"/>
                    <a:pt x="3185" y="4963"/>
                  </a:cubicBezTo>
                  <a:cubicBezTo>
                    <a:pt x="3185" y="3036"/>
                    <a:pt x="2007" y="1055"/>
                    <a:pt x="214" y="11"/>
                  </a:cubicBezTo>
                  <a:cubicBezTo>
                    <a:pt x="200" y="4"/>
                    <a:pt x="184" y="1"/>
                    <a:pt x="1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20"/>
            <p:cNvSpPr/>
            <p:nvPr/>
          </p:nvSpPr>
          <p:spPr>
            <a:xfrm>
              <a:off x="1146800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20" y="1"/>
                  </a:moveTo>
                  <a:cubicBezTo>
                    <a:pt x="81" y="1"/>
                    <a:pt x="44" y="24"/>
                    <a:pt x="28" y="57"/>
                  </a:cubicBezTo>
                  <a:cubicBezTo>
                    <a:pt x="28" y="84"/>
                    <a:pt x="1" y="110"/>
                    <a:pt x="1" y="137"/>
                  </a:cubicBezTo>
                  <a:cubicBezTo>
                    <a:pt x="1" y="164"/>
                    <a:pt x="28" y="217"/>
                    <a:pt x="81" y="244"/>
                  </a:cubicBezTo>
                  <a:cubicBezTo>
                    <a:pt x="1821" y="1234"/>
                    <a:pt x="2972" y="3162"/>
                    <a:pt x="2918" y="5035"/>
                  </a:cubicBezTo>
                  <a:cubicBezTo>
                    <a:pt x="2918" y="5089"/>
                    <a:pt x="2945" y="5142"/>
                    <a:pt x="2998" y="5142"/>
                  </a:cubicBezTo>
                  <a:cubicBezTo>
                    <a:pt x="4952" y="6133"/>
                    <a:pt x="6157" y="8086"/>
                    <a:pt x="6157" y="10254"/>
                  </a:cubicBezTo>
                  <a:cubicBezTo>
                    <a:pt x="6157" y="12422"/>
                    <a:pt x="4952" y="14376"/>
                    <a:pt x="2998" y="15367"/>
                  </a:cubicBezTo>
                  <a:cubicBezTo>
                    <a:pt x="2945" y="15393"/>
                    <a:pt x="2918" y="15420"/>
                    <a:pt x="2918" y="15474"/>
                  </a:cubicBezTo>
                  <a:cubicBezTo>
                    <a:pt x="2972" y="17321"/>
                    <a:pt x="1848" y="19248"/>
                    <a:pt x="81" y="20265"/>
                  </a:cubicBezTo>
                  <a:cubicBezTo>
                    <a:pt x="54" y="20292"/>
                    <a:pt x="28" y="20318"/>
                    <a:pt x="1" y="20345"/>
                  </a:cubicBezTo>
                  <a:cubicBezTo>
                    <a:pt x="1" y="20425"/>
                    <a:pt x="28" y="20479"/>
                    <a:pt x="81" y="20506"/>
                  </a:cubicBezTo>
                  <a:cubicBezTo>
                    <a:pt x="1794" y="21496"/>
                    <a:pt x="2865" y="23289"/>
                    <a:pt x="2918" y="25297"/>
                  </a:cubicBezTo>
                  <a:cubicBezTo>
                    <a:pt x="2918" y="25350"/>
                    <a:pt x="2945" y="25404"/>
                    <a:pt x="2998" y="25404"/>
                  </a:cubicBezTo>
                  <a:cubicBezTo>
                    <a:pt x="4952" y="26394"/>
                    <a:pt x="6157" y="28348"/>
                    <a:pt x="6157" y="30516"/>
                  </a:cubicBezTo>
                  <a:cubicBezTo>
                    <a:pt x="6157" y="32684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9" y="37823"/>
                    <a:pt x="1633" y="39643"/>
                    <a:pt x="81" y="40526"/>
                  </a:cubicBezTo>
                  <a:cubicBezTo>
                    <a:pt x="54" y="40553"/>
                    <a:pt x="28" y="40580"/>
                    <a:pt x="1" y="40633"/>
                  </a:cubicBezTo>
                  <a:cubicBezTo>
                    <a:pt x="1" y="40687"/>
                    <a:pt x="28" y="40741"/>
                    <a:pt x="81" y="40767"/>
                  </a:cubicBezTo>
                  <a:cubicBezTo>
                    <a:pt x="1821" y="41784"/>
                    <a:pt x="2918" y="43631"/>
                    <a:pt x="2918" y="45532"/>
                  </a:cubicBezTo>
                  <a:cubicBezTo>
                    <a:pt x="2918" y="45532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52" y="46656"/>
                    <a:pt x="6157" y="48610"/>
                    <a:pt x="6157" y="50778"/>
                  </a:cubicBezTo>
                  <a:cubicBezTo>
                    <a:pt x="6157" y="52972"/>
                    <a:pt x="4952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91" y="58004"/>
                    <a:pt x="1821" y="59798"/>
                    <a:pt x="81" y="60815"/>
                  </a:cubicBezTo>
                  <a:cubicBezTo>
                    <a:pt x="54" y="60815"/>
                    <a:pt x="28" y="60841"/>
                    <a:pt x="1" y="60895"/>
                  </a:cubicBezTo>
                  <a:cubicBezTo>
                    <a:pt x="1" y="60949"/>
                    <a:pt x="28" y="61002"/>
                    <a:pt x="81" y="61029"/>
                  </a:cubicBezTo>
                  <a:cubicBezTo>
                    <a:pt x="1821" y="62046"/>
                    <a:pt x="2891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52" y="66917"/>
                    <a:pt x="6157" y="68871"/>
                    <a:pt x="6157" y="71066"/>
                  </a:cubicBezTo>
                  <a:cubicBezTo>
                    <a:pt x="6157" y="73234"/>
                    <a:pt x="4952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8" y="81103"/>
                    <a:pt x="1" y="81183"/>
                    <a:pt x="28" y="81237"/>
                  </a:cubicBezTo>
                  <a:cubicBezTo>
                    <a:pt x="44" y="81288"/>
                    <a:pt x="83" y="81306"/>
                    <a:pt x="129" y="81306"/>
                  </a:cubicBezTo>
                  <a:cubicBezTo>
                    <a:pt x="156" y="81306"/>
                    <a:pt x="185" y="81300"/>
                    <a:pt x="215" y="81290"/>
                  </a:cubicBezTo>
                  <a:cubicBezTo>
                    <a:pt x="1981" y="80247"/>
                    <a:pt x="3106" y="78400"/>
                    <a:pt x="3186" y="76366"/>
                  </a:cubicBezTo>
                  <a:cubicBezTo>
                    <a:pt x="5167" y="75322"/>
                    <a:pt x="6398" y="73288"/>
                    <a:pt x="6398" y="71066"/>
                  </a:cubicBezTo>
                  <a:cubicBezTo>
                    <a:pt x="6398" y="68818"/>
                    <a:pt x="5167" y="66783"/>
                    <a:pt x="3186" y="65766"/>
                  </a:cubicBezTo>
                  <a:cubicBezTo>
                    <a:pt x="3106" y="63759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077"/>
                  </a:cubicBezTo>
                  <a:cubicBezTo>
                    <a:pt x="5167" y="55060"/>
                    <a:pt x="6398" y="53026"/>
                    <a:pt x="6398" y="50778"/>
                  </a:cubicBezTo>
                  <a:cubicBezTo>
                    <a:pt x="6398" y="48556"/>
                    <a:pt x="5167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293" y="37877"/>
                    <a:pt x="3186" y="35816"/>
                  </a:cubicBezTo>
                  <a:cubicBezTo>
                    <a:pt x="5167" y="34799"/>
                    <a:pt x="6398" y="32764"/>
                    <a:pt x="6398" y="30516"/>
                  </a:cubicBezTo>
                  <a:cubicBezTo>
                    <a:pt x="6398" y="28268"/>
                    <a:pt x="5167" y="26260"/>
                    <a:pt x="3186" y="25216"/>
                  </a:cubicBezTo>
                  <a:cubicBezTo>
                    <a:pt x="3079" y="23236"/>
                    <a:pt x="2062" y="21442"/>
                    <a:pt x="375" y="20399"/>
                  </a:cubicBezTo>
                  <a:cubicBezTo>
                    <a:pt x="2088" y="19328"/>
                    <a:pt x="3186" y="17401"/>
                    <a:pt x="3186" y="15554"/>
                  </a:cubicBezTo>
                  <a:cubicBezTo>
                    <a:pt x="5167" y="14510"/>
                    <a:pt x="6398" y="12503"/>
                    <a:pt x="6398" y="10254"/>
                  </a:cubicBezTo>
                  <a:cubicBezTo>
                    <a:pt x="6398" y="8006"/>
                    <a:pt x="5167" y="5999"/>
                    <a:pt x="3186" y="4955"/>
                  </a:cubicBezTo>
                  <a:cubicBezTo>
                    <a:pt x="3186" y="3028"/>
                    <a:pt x="1981" y="1047"/>
                    <a:pt x="188" y="30"/>
                  </a:cubicBezTo>
                  <a:cubicBezTo>
                    <a:pt x="168" y="10"/>
                    <a:pt x="143" y="1"/>
                    <a:pt x="1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0"/>
            <p:cNvSpPr/>
            <p:nvPr/>
          </p:nvSpPr>
          <p:spPr>
            <a:xfrm>
              <a:off x="992900" y="25935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67" y="1"/>
                  </a:moveTo>
                  <a:cubicBezTo>
                    <a:pt x="120" y="1"/>
                    <a:pt x="67" y="26"/>
                    <a:pt x="27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54" y="225"/>
                    <a:pt x="81" y="225"/>
                  </a:cubicBezTo>
                  <a:cubicBezTo>
                    <a:pt x="1821" y="1243"/>
                    <a:pt x="2972" y="3170"/>
                    <a:pt x="2945" y="5043"/>
                  </a:cubicBezTo>
                  <a:cubicBezTo>
                    <a:pt x="2945" y="5070"/>
                    <a:pt x="2972" y="5124"/>
                    <a:pt x="2998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8" y="15375"/>
                  </a:cubicBezTo>
                  <a:cubicBezTo>
                    <a:pt x="2972" y="15402"/>
                    <a:pt x="2945" y="15428"/>
                    <a:pt x="2945" y="15482"/>
                  </a:cubicBezTo>
                  <a:cubicBezTo>
                    <a:pt x="2998" y="17329"/>
                    <a:pt x="1847" y="19256"/>
                    <a:pt x="108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1" y="20407"/>
                    <a:pt x="27" y="20460"/>
                    <a:pt x="81" y="20514"/>
                  </a:cubicBezTo>
                  <a:cubicBezTo>
                    <a:pt x="1794" y="21504"/>
                    <a:pt x="2865" y="23297"/>
                    <a:pt x="2945" y="25305"/>
                  </a:cubicBezTo>
                  <a:cubicBezTo>
                    <a:pt x="2945" y="25358"/>
                    <a:pt x="2972" y="25385"/>
                    <a:pt x="2998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8" y="35636"/>
                  </a:cubicBezTo>
                  <a:cubicBezTo>
                    <a:pt x="2972" y="35663"/>
                    <a:pt x="2945" y="35717"/>
                    <a:pt x="2945" y="35770"/>
                  </a:cubicBezTo>
                  <a:cubicBezTo>
                    <a:pt x="3105" y="37831"/>
                    <a:pt x="1633" y="39651"/>
                    <a:pt x="108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1" y="40668"/>
                    <a:pt x="27" y="40749"/>
                    <a:pt x="81" y="40775"/>
                  </a:cubicBezTo>
                  <a:cubicBezTo>
                    <a:pt x="1821" y="41766"/>
                    <a:pt x="2945" y="43639"/>
                    <a:pt x="2945" y="45540"/>
                  </a:cubicBezTo>
                  <a:cubicBezTo>
                    <a:pt x="2945" y="45540"/>
                    <a:pt x="2945" y="45566"/>
                    <a:pt x="2945" y="45566"/>
                  </a:cubicBezTo>
                  <a:cubicBezTo>
                    <a:pt x="2918" y="45620"/>
                    <a:pt x="2972" y="45674"/>
                    <a:pt x="2998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8" y="55898"/>
                  </a:cubicBezTo>
                  <a:cubicBezTo>
                    <a:pt x="2972" y="55925"/>
                    <a:pt x="2945" y="55952"/>
                    <a:pt x="2945" y="56005"/>
                  </a:cubicBezTo>
                  <a:cubicBezTo>
                    <a:pt x="2891" y="58012"/>
                    <a:pt x="1821" y="59806"/>
                    <a:pt x="108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1" y="60957"/>
                    <a:pt x="27" y="61010"/>
                    <a:pt x="81" y="61037"/>
                  </a:cubicBezTo>
                  <a:cubicBezTo>
                    <a:pt x="1821" y="62054"/>
                    <a:pt x="2891" y="63847"/>
                    <a:pt x="2945" y="65828"/>
                  </a:cubicBezTo>
                  <a:cubicBezTo>
                    <a:pt x="2945" y="65882"/>
                    <a:pt x="2972" y="65935"/>
                    <a:pt x="2998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8" y="76160"/>
                  </a:cubicBezTo>
                  <a:cubicBezTo>
                    <a:pt x="2972" y="76186"/>
                    <a:pt x="2945" y="76240"/>
                    <a:pt x="2945" y="76267"/>
                  </a:cubicBezTo>
                  <a:cubicBezTo>
                    <a:pt x="2891" y="78274"/>
                    <a:pt x="1821" y="80067"/>
                    <a:pt x="81" y="81084"/>
                  </a:cubicBezTo>
                  <a:cubicBezTo>
                    <a:pt x="27" y="81111"/>
                    <a:pt x="1" y="81191"/>
                    <a:pt x="27" y="81245"/>
                  </a:cubicBezTo>
                  <a:cubicBezTo>
                    <a:pt x="61" y="81296"/>
                    <a:pt x="106" y="81315"/>
                    <a:pt x="148" y="81315"/>
                  </a:cubicBezTo>
                  <a:cubicBezTo>
                    <a:pt x="172" y="81315"/>
                    <a:pt x="195" y="81308"/>
                    <a:pt x="215" y="81299"/>
                  </a:cubicBezTo>
                  <a:cubicBezTo>
                    <a:pt x="2008" y="80255"/>
                    <a:pt x="3105" y="78408"/>
                    <a:pt x="3186" y="76347"/>
                  </a:cubicBezTo>
                  <a:cubicBezTo>
                    <a:pt x="5193" y="75330"/>
                    <a:pt x="6424" y="73296"/>
                    <a:pt x="6424" y="71047"/>
                  </a:cubicBezTo>
                  <a:cubicBezTo>
                    <a:pt x="6424" y="68826"/>
                    <a:pt x="5193" y="66792"/>
                    <a:pt x="3186" y="65748"/>
                  </a:cubicBezTo>
                  <a:cubicBezTo>
                    <a:pt x="3105" y="63767"/>
                    <a:pt x="2088" y="61974"/>
                    <a:pt x="402" y="60930"/>
                  </a:cubicBezTo>
                  <a:cubicBezTo>
                    <a:pt x="2088" y="59859"/>
                    <a:pt x="3105" y="58093"/>
                    <a:pt x="3186" y="56085"/>
                  </a:cubicBezTo>
                  <a:cubicBezTo>
                    <a:pt x="5193" y="55068"/>
                    <a:pt x="6424" y="53034"/>
                    <a:pt x="6424" y="50786"/>
                  </a:cubicBezTo>
                  <a:cubicBezTo>
                    <a:pt x="6424" y="48537"/>
                    <a:pt x="5193" y="46530"/>
                    <a:pt x="3186" y="45486"/>
                  </a:cubicBezTo>
                  <a:cubicBezTo>
                    <a:pt x="3159" y="43586"/>
                    <a:pt x="2088" y="41739"/>
                    <a:pt x="402" y="40668"/>
                  </a:cubicBezTo>
                  <a:cubicBezTo>
                    <a:pt x="1901" y="39705"/>
                    <a:pt x="3320" y="37885"/>
                    <a:pt x="3186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93" y="26268"/>
                    <a:pt x="3186" y="25225"/>
                  </a:cubicBezTo>
                  <a:cubicBezTo>
                    <a:pt x="3105" y="23244"/>
                    <a:pt x="2062" y="21451"/>
                    <a:pt x="402" y="20407"/>
                  </a:cubicBezTo>
                  <a:cubicBezTo>
                    <a:pt x="2088" y="19336"/>
                    <a:pt x="3186" y="17436"/>
                    <a:pt x="3186" y="15616"/>
                  </a:cubicBezTo>
                  <a:cubicBezTo>
                    <a:pt x="3186" y="15589"/>
                    <a:pt x="3186" y="15562"/>
                    <a:pt x="3186" y="15562"/>
                  </a:cubicBezTo>
                  <a:cubicBezTo>
                    <a:pt x="5193" y="14518"/>
                    <a:pt x="6424" y="12511"/>
                    <a:pt x="6424" y="10263"/>
                  </a:cubicBezTo>
                  <a:cubicBezTo>
                    <a:pt x="6424" y="8014"/>
                    <a:pt x="5193" y="6007"/>
                    <a:pt x="3186" y="4963"/>
                  </a:cubicBezTo>
                  <a:cubicBezTo>
                    <a:pt x="3186" y="3036"/>
                    <a:pt x="2008" y="1055"/>
                    <a:pt x="215" y="11"/>
                  </a:cubicBezTo>
                  <a:cubicBezTo>
                    <a:pt x="200" y="4"/>
                    <a:pt x="184" y="1"/>
                    <a:pt x="1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20"/>
            <p:cNvSpPr/>
            <p:nvPr/>
          </p:nvSpPr>
          <p:spPr>
            <a:xfrm>
              <a:off x="839675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0" y="84"/>
                    <a:pt x="0" y="110"/>
                    <a:pt x="0" y="137"/>
                  </a:cubicBezTo>
                  <a:cubicBezTo>
                    <a:pt x="0" y="164"/>
                    <a:pt x="27" y="217"/>
                    <a:pt x="54" y="244"/>
                  </a:cubicBezTo>
                  <a:cubicBezTo>
                    <a:pt x="1794" y="1234"/>
                    <a:pt x="2971" y="3162"/>
                    <a:pt x="2918" y="5035"/>
                  </a:cubicBezTo>
                  <a:cubicBezTo>
                    <a:pt x="2918" y="5089"/>
                    <a:pt x="2945" y="5142"/>
                    <a:pt x="2998" y="5142"/>
                  </a:cubicBezTo>
                  <a:cubicBezTo>
                    <a:pt x="4925" y="6133"/>
                    <a:pt x="6156" y="8086"/>
                    <a:pt x="6156" y="10254"/>
                  </a:cubicBezTo>
                  <a:cubicBezTo>
                    <a:pt x="6156" y="12422"/>
                    <a:pt x="4925" y="14376"/>
                    <a:pt x="2998" y="15367"/>
                  </a:cubicBezTo>
                  <a:cubicBezTo>
                    <a:pt x="2945" y="15393"/>
                    <a:pt x="2918" y="15420"/>
                    <a:pt x="2918" y="15474"/>
                  </a:cubicBezTo>
                  <a:cubicBezTo>
                    <a:pt x="2971" y="17321"/>
                    <a:pt x="1847" y="19248"/>
                    <a:pt x="81" y="20265"/>
                  </a:cubicBezTo>
                  <a:cubicBezTo>
                    <a:pt x="54" y="20292"/>
                    <a:pt x="27" y="20318"/>
                    <a:pt x="0" y="20345"/>
                  </a:cubicBezTo>
                  <a:cubicBezTo>
                    <a:pt x="0" y="20425"/>
                    <a:pt x="27" y="20479"/>
                    <a:pt x="54" y="20506"/>
                  </a:cubicBezTo>
                  <a:cubicBezTo>
                    <a:pt x="1794" y="21496"/>
                    <a:pt x="2864" y="23289"/>
                    <a:pt x="2918" y="25297"/>
                  </a:cubicBezTo>
                  <a:cubicBezTo>
                    <a:pt x="2918" y="25350"/>
                    <a:pt x="2945" y="25404"/>
                    <a:pt x="2998" y="25404"/>
                  </a:cubicBezTo>
                  <a:cubicBezTo>
                    <a:pt x="4925" y="26394"/>
                    <a:pt x="6156" y="28348"/>
                    <a:pt x="6156" y="30516"/>
                  </a:cubicBezTo>
                  <a:cubicBezTo>
                    <a:pt x="6156" y="32684"/>
                    <a:pt x="4925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8" y="37823"/>
                    <a:pt x="1606" y="39643"/>
                    <a:pt x="81" y="40526"/>
                  </a:cubicBezTo>
                  <a:cubicBezTo>
                    <a:pt x="54" y="40553"/>
                    <a:pt x="27" y="40580"/>
                    <a:pt x="0" y="40633"/>
                  </a:cubicBezTo>
                  <a:cubicBezTo>
                    <a:pt x="0" y="40687"/>
                    <a:pt x="27" y="40741"/>
                    <a:pt x="54" y="40767"/>
                  </a:cubicBezTo>
                  <a:cubicBezTo>
                    <a:pt x="1794" y="41784"/>
                    <a:pt x="2918" y="43631"/>
                    <a:pt x="2918" y="45532"/>
                  </a:cubicBezTo>
                  <a:cubicBezTo>
                    <a:pt x="2918" y="45558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25" y="46656"/>
                    <a:pt x="6156" y="48610"/>
                    <a:pt x="6156" y="50778"/>
                  </a:cubicBezTo>
                  <a:cubicBezTo>
                    <a:pt x="6156" y="52972"/>
                    <a:pt x="4925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64" y="58004"/>
                    <a:pt x="1820" y="59798"/>
                    <a:pt x="81" y="60815"/>
                  </a:cubicBezTo>
                  <a:cubicBezTo>
                    <a:pt x="54" y="60815"/>
                    <a:pt x="27" y="60841"/>
                    <a:pt x="0" y="60895"/>
                  </a:cubicBezTo>
                  <a:cubicBezTo>
                    <a:pt x="0" y="60949"/>
                    <a:pt x="27" y="61002"/>
                    <a:pt x="54" y="61029"/>
                  </a:cubicBezTo>
                  <a:cubicBezTo>
                    <a:pt x="1794" y="62046"/>
                    <a:pt x="2864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25" y="66917"/>
                    <a:pt x="6156" y="68871"/>
                    <a:pt x="6156" y="71066"/>
                  </a:cubicBezTo>
                  <a:cubicBezTo>
                    <a:pt x="6156" y="73234"/>
                    <a:pt x="4925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64" y="78266"/>
                    <a:pt x="1794" y="80059"/>
                    <a:pt x="81" y="81076"/>
                  </a:cubicBezTo>
                  <a:cubicBezTo>
                    <a:pt x="0" y="81103"/>
                    <a:pt x="0" y="81183"/>
                    <a:pt x="27" y="81237"/>
                  </a:cubicBezTo>
                  <a:cubicBezTo>
                    <a:pt x="44" y="81288"/>
                    <a:pt x="83" y="81306"/>
                    <a:pt x="122" y="81306"/>
                  </a:cubicBezTo>
                  <a:cubicBezTo>
                    <a:pt x="145" y="81306"/>
                    <a:pt x="168" y="81300"/>
                    <a:pt x="188" y="81290"/>
                  </a:cubicBezTo>
                  <a:cubicBezTo>
                    <a:pt x="1981" y="80247"/>
                    <a:pt x="3105" y="78400"/>
                    <a:pt x="3159" y="76366"/>
                  </a:cubicBezTo>
                  <a:cubicBezTo>
                    <a:pt x="5166" y="75322"/>
                    <a:pt x="6397" y="73288"/>
                    <a:pt x="6397" y="71066"/>
                  </a:cubicBezTo>
                  <a:cubicBezTo>
                    <a:pt x="6397" y="68818"/>
                    <a:pt x="5166" y="66783"/>
                    <a:pt x="3159" y="65766"/>
                  </a:cubicBezTo>
                  <a:cubicBezTo>
                    <a:pt x="3105" y="63759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59" y="56077"/>
                  </a:cubicBezTo>
                  <a:cubicBezTo>
                    <a:pt x="5166" y="55060"/>
                    <a:pt x="6397" y="53026"/>
                    <a:pt x="6397" y="50778"/>
                  </a:cubicBezTo>
                  <a:cubicBezTo>
                    <a:pt x="6397" y="48556"/>
                    <a:pt x="5166" y="46522"/>
                    <a:pt x="3159" y="45505"/>
                  </a:cubicBezTo>
                  <a:cubicBezTo>
                    <a:pt x="3159" y="43604"/>
                    <a:pt x="2061" y="41731"/>
                    <a:pt x="375" y="40660"/>
                  </a:cubicBezTo>
                  <a:cubicBezTo>
                    <a:pt x="1901" y="39697"/>
                    <a:pt x="3292" y="37877"/>
                    <a:pt x="3185" y="35816"/>
                  </a:cubicBezTo>
                  <a:cubicBezTo>
                    <a:pt x="5166" y="34799"/>
                    <a:pt x="6397" y="32764"/>
                    <a:pt x="6397" y="30516"/>
                  </a:cubicBezTo>
                  <a:cubicBezTo>
                    <a:pt x="6397" y="28268"/>
                    <a:pt x="5166" y="26260"/>
                    <a:pt x="3159" y="25216"/>
                  </a:cubicBezTo>
                  <a:cubicBezTo>
                    <a:pt x="3078" y="23236"/>
                    <a:pt x="2035" y="21442"/>
                    <a:pt x="375" y="20399"/>
                  </a:cubicBezTo>
                  <a:cubicBezTo>
                    <a:pt x="2061" y="19328"/>
                    <a:pt x="3159" y="17454"/>
                    <a:pt x="3159" y="15608"/>
                  </a:cubicBezTo>
                  <a:cubicBezTo>
                    <a:pt x="3159" y="15581"/>
                    <a:pt x="3159" y="15581"/>
                    <a:pt x="3159" y="15554"/>
                  </a:cubicBezTo>
                  <a:cubicBezTo>
                    <a:pt x="5166" y="14510"/>
                    <a:pt x="6397" y="12503"/>
                    <a:pt x="6397" y="10254"/>
                  </a:cubicBezTo>
                  <a:cubicBezTo>
                    <a:pt x="6397" y="8006"/>
                    <a:pt x="5166" y="5999"/>
                    <a:pt x="3159" y="4955"/>
                  </a:cubicBezTo>
                  <a:cubicBezTo>
                    <a:pt x="3159" y="3028"/>
                    <a:pt x="1981" y="1047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20"/>
            <p:cNvSpPr/>
            <p:nvPr/>
          </p:nvSpPr>
          <p:spPr>
            <a:xfrm>
              <a:off x="685775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0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27" y="92"/>
                    <a:pt x="0" y="118"/>
                    <a:pt x="0" y="118"/>
                  </a:cubicBezTo>
                  <a:cubicBezTo>
                    <a:pt x="0" y="172"/>
                    <a:pt x="27" y="225"/>
                    <a:pt x="81" y="225"/>
                  </a:cubicBezTo>
                  <a:cubicBezTo>
                    <a:pt x="1820" y="1243"/>
                    <a:pt x="2944" y="3170"/>
                    <a:pt x="2918" y="5043"/>
                  </a:cubicBezTo>
                  <a:cubicBezTo>
                    <a:pt x="2918" y="5070"/>
                    <a:pt x="2944" y="5124"/>
                    <a:pt x="2998" y="5150"/>
                  </a:cubicBezTo>
                  <a:cubicBezTo>
                    <a:pt x="4952" y="6141"/>
                    <a:pt x="6156" y="8095"/>
                    <a:pt x="6156" y="10263"/>
                  </a:cubicBezTo>
                  <a:cubicBezTo>
                    <a:pt x="6156" y="12431"/>
                    <a:pt x="4952" y="14384"/>
                    <a:pt x="2998" y="15375"/>
                  </a:cubicBezTo>
                  <a:cubicBezTo>
                    <a:pt x="2944" y="15402"/>
                    <a:pt x="2918" y="15428"/>
                    <a:pt x="2918" y="15482"/>
                  </a:cubicBezTo>
                  <a:cubicBezTo>
                    <a:pt x="2998" y="17329"/>
                    <a:pt x="1847" y="19256"/>
                    <a:pt x="81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0" y="20407"/>
                    <a:pt x="27" y="20460"/>
                    <a:pt x="81" y="20514"/>
                  </a:cubicBezTo>
                  <a:cubicBezTo>
                    <a:pt x="1794" y="21504"/>
                    <a:pt x="2864" y="23297"/>
                    <a:pt x="2918" y="25305"/>
                  </a:cubicBezTo>
                  <a:cubicBezTo>
                    <a:pt x="2918" y="25358"/>
                    <a:pt x="2944" y="25385"/>
                    <a:pt x="2998" y="25412"/>
                  </a:cubicBezTo>
                  <a:cubicBezTo>
                    <a:pt x="4952" y="26402"/>
                    <a:pt x="6156" y="28356"/>
                    <a:pt x="6156" y="30524"/>
                  </a:cubicBezTo>
                  <a:cubicBezTo>
                    <a:pt x="6156" y="32692"/>
                    <a:pt x="4952" y="34646"/>
                    <a:pt x="2998" y="35636"/>
                  </a:cubicBezTo>
                  <a:cubicBezTo>
                    <a:pt x="2944" y="35663"/>
                    <a:pt x="2918" y="35717"/>
                    <a:pt x="2918" y="35770"/>
                  </a:cubicBezTo>
                  <a:cubicBezTo>
                    <a:pt x="3078" y="37831"/>
                    <a:pt x="1633" y="39651"/>
                    <a:pt x="81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0" y="40668"/>
                    <a:pt x="27" y="40749"/>
                    <a:pt x="81" y="40775"/>
                  </a:cubicBezTo>
                  <a:cubicBezTo>
                    <a:pt x="1820" y="41766"/>
                    <a:pt x="2918" y="43639"/>
                    <a:pt x="2918" y="45540"/>
                  </a:cubicBezTo>
                  <a:lnTo>
                    <a:pt x="2918" y="45566"/>
                  </a:lnTo>
                  <a:cubicBezTo>
                    <a:pt x="2918" y="45620"/>
                    <a:pt x="2944" y="45674"/>
                    <a:pt x="2998" y="45674"/>
                  </a:cubicBezTo>
                  <a:cubicBezTo>
                    <a:pt x="4952" y="46664"/>
                    <a:pt x="6156" y="48618"/>
                    <a:pt x="6156" y="50786"/>
                  </a:cubicBezTo>
                  <a:cubicBezTo>
                    <a:pt x="6156" y="52954"/>
                    <a:pt x="4952" y="54934"/>
                    <a:pt x="2998" y="55898"/>
                  </a:cubicBezTo>
                  <a:cubicBezTo>
                    <a:pt x="2944" y="55925"/>
                    <a:pt x="2918" y="55952"/>
                    <a:pt x="2918" y="56005"/>
                  </a:cubicBezTo>
                  <a:cubicBezTo>
                    <a:pt x="2891" y="58012"/>
                    <a:pt x="1820" y="59806"/>
                    <a:pt x="81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0" y="60957"/>
                    <a:pt x="27" y="61010"/>
                    <a:pt x="81" y="61037"/>
                  </a:cubicBezTo>
                  <a:cubicBezTo>
                    <a:pt x="1820" y="62054"/>
                    <a:pt x="2891" y="63847"/>
                    <a:pt x="2918" y="65828"/>
                  </a:cubicBezTo>
                  <a:cubicBezTo>
                    <a:pt x="2918" y="65882"/>
                    <a:pt x="2944" y="65935"/>
                    <a:pt x="2998" y="65962"/>
                  </a:cubicBezTo>
                  <a:cubicBezTo>
                    <a:pt x="4952" y="66925"/>
                    <a:pt x="6156" y="68879"/>
                    <a:pt x="6156" y="71047"/>
                  </a:cubicBezTo>
                  <a:cubicBezTo>
                    <a:pt x="6156" y="73242"/>
                    <a:pt x="4952" y="75196"/>
                    <a:pt x="2998" y="76160"/>
                  </a:cubicBezTo>
                  <a:cubicBezTo>
                    <a:pt x="2944" y="76186"/>
                    <a:pt x="2918" y="76240"/>
                    <a:pt x="2918" y="76267"/>
                  </a:cubicBezTo>
                  <a:cubicBezTo>
                    <a:pt x="2891" y="78274"/>
                    <a:pt x="1820" y="80067"/>
                    <a:pt x="81" y="81084"/>
                  </a:cubicBezTo>
                  <a:cubicBezTo>
                    <a:pt x="27" y="81111"/>
                    <a:pt x="0" y="81191"/>
                    <a:pt x="27" y="81245"/>
                  </a:cubicBezTo>
                  <a:cubicBezTo>
                    <a:pt x="61" y="81296"/>
                    <a:pt x="95" y="81315"/>
                    <a:pt x="136" y="81315"/>
                  </a:cubicBezTo>
                  <a:cubicBezTo>
                    <a:pt x="159" y="81315"/>
                    <a:pt x="185" y="81308"/>
                    <a:pt x="214" y="81299"/>
                  </a:cubicBezTo>
                  <a:cubicBezTo>
                    <a:pt x="2008" y="80255"/>
                    <a:pt x="3105" y="78408"/>
                    <a:pt x="3185" y="76347"/>
                  </a:cubicBezTo>
                  <a:cubicBezTo>
                    <a:pt x="5166" y="75330"/>
                    <a:pt x="6397" y="73296"/>
                    <a:pt x="6397" y="71047"/>
                  </a:cubicBezTo>
                  <a:cubicBezTo>
                    <a:pt x="6397" y="68826"/>
                    <a:pt x="5166" y="66792"/>
                    <a:pt x="3185" y="65748"/>
                  </a:cubicBezTo>
                  <a:cubicBezTo>
                    <a:pt x="3105" y="63767"/>
                    <a:pt x="2061" y="61974"/>
                    <a:pt x="375" y="60930"/>
                  </a:cubicBezTo>
                  <a:cubicBezTo>
                    <a:pt x="2061" y="59859"/>
                    <a:pt x="3105" y="58093"/>
                    <a:pt x="3185" y="56085"/>
                  </a:cubicBezTo>
                  <a:cubicBezTo>
                    <a:pt x="5166" y="55068"/>
                    <a:pt x="6397" y="53034"/>
                    <a:pt x="6397" y="50786"/>
                  </a:cubicBezTo>
                  <a:cubicBezTo>
                    <a:pt x="6397" y="48537"/>
                    <a:pt x="5166" y="46530"/>
                    <a:pt x="3185" y="45486"/>
                  </a:cubicBezTo>
                  <a:cubicBezTo>
                    <a:pt x="3159" y="43586"/>
                    <a:pt x="2088" y="41739"/>
                    <a:pt x="375" y="40668"/>
                  </a:cubicBezTo>
                  <a:cubicBezTo>
                    <a:pt x="1901" y="39705"/>
                    <a:pt x="3292" y="37885"/>
                    <a:pt x="3185" y="35824"/>
                  </a:cubicBezTo>
                  <a:cubicBezTo>
                    <a:pt x="5166" y="34780"/>
                    <a:pt x="6397" y="32772"/>
                    <a:pt x="6397" y="30524"/>
                  </a:cubicBezTo>
                  <a:cubicBezTo>
                    <a:pt x="6397" y="28276"/>
                    <a:pt x="5166" y="26268"/>
                    <a:pt x="3185" y="25225"/>
                  </a:cubicBezTo>
                  <a:cubicBezTo>
                    <a:pt x="3078" y="23244"/>
                    <a:pt x="2061" y="21451"/>
                    <a:pt x="375" y="20407"/>
                  </a:cubicBezTo>
                  <a:cubicBezTo>
                    <a:pt x="2088" y="19336"/>
                    <a:pt x="3185" y="17436"/>
                    <a:pt x="3185" y="15616"/>
                  </a:cubicBezTo>
                  <a:cubicBezTo>
                    <a:pt x="3185" y="15589"/>
                    <a:pt x="3185" y="15589"/>
                    <a:pt x="3185" y="15562"/>
                  </a:cubicBezTo>
                  <a:cubicBezTo>
                    <a:pt x="5166" y="14518"/>
                    <a:pt x="6397" y="12511"/>
                    <a:pt x="6397" y="10263"/>
                  </a:cubicBezTo>
                  <a:cubicBezTo>
                    <a:pt x="6397" y="8014"/>
                    <a:pt x="5166" y="6007"/>
                    <a:pt x="3185" y="4963"/>
                  </a:cubicBezTo>
                  <a:cubicBezTo>
                    <a:pt x="3185" y="3036"/>
                    <a:pt x="1981" y="1055"/>
                    <a:pt x="188" y="11"/>
                  </a:cubicBezTo>
                  <a:cubicBezTo>
                    <a:pt x="173" y="4"/>
                    <a:pt x="157" y="1"/>
                    <a:pt x="1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20"/>
            <p:cNvSpPr/>
            <p:nvPr/>
          </p:nvSpPr>
          <p:spPr>
            <a:xfrm>
              <a:off x="531875" y="2845375"/>
              <a:ext cx="160600" cy="2032675"/>
            </a:xfrm>
            <a:custGeom>
              <a:avLst/>
              <a:gdLst/>
              <a:ahLst/>
              <a:cxnLst/>
              <a:rect l="l" t="t" r="r" b="b"/>
              <a:pathLst>
                <a:path w="6424" h="81307" extrusionOk="0">
                  <a:moveTo>
                    <a:pt x="144" y="1"/>
                  </a:moveTo>
                  <a:cubicBezTo>
                    <a:pt x="103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0" y="244"/>
                  </a:cubicBezTo>
                  <a:cubicBezTo>
                    <a:pt x="1820" y="1234"/>
                    <a:pt x="2971" y="3162"/>
                    <a:pt x="2944" y="5035"/>
                  </a:cubicBezTo>
                  <a:cubicBezTo>
                    <a:pt x="2944" y="5089"/>
                    <a:pt x="2971" y="5142"/>
                    <a:pt x="2998" y="5142"/>
                  </a:cubicBezTo>
                  <a:cubicBezTo>
                    <a:pt x="4952" y="6133"/>
                    <a:pt x="6156" y="8086"/>
                    <a:pt x="6156" y="10254"/>
                  </a:cubicBezTo>
                  <a:cubicBezTo>
                    <a:pt x="6156" y="12422"/>
                    <a:pt x="4952" y="14376"/>
                    <a:pt x="2998" y="15367"/>
                  </a:cubicBezTo>
                  <a:cubicBezTo>
                    <a:pt x="2971" y="15393"/>
                    <a:pt x="2944" y="15447"/>
                    <a:pt x="2944" y="15474"/>
                  </a:cubicBezTo>
                  <a:cubicBezTo>
                    <a:pt x="2998" y="17321"/>
                    <a:pt x="1847" y="19248"/>
                    <a:pt x="107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0" y="20425"/>
                    <a:pt x="27" y="20479"/>
                    <a:pt x="80" y="20506"/>
                  </a:cubicBezTo>
                  <a:cubicBezTo>
                    <a:pt x="1793" y="21496"/>
                    <a:pt x="2864" y="23289"/>
                    <a:pt x="2944" y="25297"/>
                  </a:cubicBezTo>
                  <a:cubicBezTo>
                    <a:pt x="2944" y="25350"/>
                    <a:pt x="2971" y="25404"/>
                    <a:pt x="2998" y="25404"/>
                  </a:cubicBezTo>
                  <a:cubicBezTo>
                    <a:pt x="4952" y="26394"/>
                    <a:pt x="6156" y="28348"/>
                    <a:pt x="6156" y="30516"/>
                  </a:cubicBezTo>
                  <a:cubicBezTo>
                    <a:pt x="6156" y="32684"/>
                    <a:pt x="4952" y="34665"/>
                    <a:pt x="2998" y="35628"/>
                  </a:cubicBezTo>
                  <a:cubicBezTo>
                    <a:pt x="2971" y="35655"/>
                    <a:pt x="2944" y="35709"/>
                    <a:pt x="2944" y="35762"/>
                  </a:cubicBezTo>
                  <a:cubicBezTo>
                    <a:pt x="3105" y="37823"/>
                    <a:pt x="1633" y="39643"/>
                    <a:pt x="107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0" y="40767"/>
                  </a:cubicBezTo>
                  <a:cubicBezTo>
                    <a:pt x="1820" y="41784"/>
                    <a:pt x="2944" y="43631"/>
                    <a:pt x="2944" y="45532"/>
                  </a:cubicBezTo>
                  <a:lnTo>
                    <a:pt x="2944" y="45558"/>
                  </a:lnTo>
                  <a:cubicBezTo>
                    <a:pt x="2918" y="45612"/>
                    <a:pt x="2971" y="45665"/>
                    <a:pt x="2998" y="45692"/>
                  </a:cubicBezTo>
                  <a:cubicBezTo>
                    <a:pt x="4952" y="46656"/>
                    <a:pt x="6156" y="48610"/>
                    <a:pt x="6156" y="50778"/>
                  </a:cubicBezTo>
                  <a:cubicBezTo>
                    <a:pt x="6156" y="52972"/>
                    <a:pt x="4952" y="54926"/>
                    <a:pt x="2998" y="55890"/>
                  </a:cubicBezTo>
                  <a:cubicBezTo>
                    <a:pt x="2971" y="55917"/>
                    <a:pt x="2944" y="55970"/>
                    <a:pt x="2944" y="55997"/>
                  </a:cubicBezTo>
                  <a:cubicBezTo>
                    <a:pt x="2891" y="58004"/>
                    <a:pt x="1820" y="59798"/>
                    <a:pt x="107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0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873"/>
                    <a:pt x="2971" y="65927"/>
                    <a:pt x="2998" y="65954"/>
                  </a:cubicBezTo>
                  <a:cubicBezTo>
                    <a:pt x="4952" y="66917"/>
                    <a:pt x="6156" y="68871"/>
                    <a:pt x="6156" y="71066"/>
                  </a:cubicBezTo>
                  <a:cubicBezTo>
                    <a:pt x="6156" y="73234"/>
                    <a:pt x="4952" y="75188"/>
                    <a:pt x="2998" y="76151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59"/>
                    <a:pt x="80" y="81076"/>
                  </a:cubicBezTo>
                  <a:cubicBezTo>
                    <a:pt x="27" y="81103"/>
                    <a:pt x="0" y="81183"/>
                    <a:pt x="54" y="81237"/>
                  </a:cubicBezTo>
                  <a:cubicBezTo>
                    <a:pt x="71" y="81288"/>
                    <a:pt x="109" y="81306"/>
                    <a:pt x="149" y="81306"/>
                  </a:cubicBezTo>
                  <a:cubicBezTo>
                    <a:pt x="171" y="81306"/>
                    <a:pt x="195" y="81300"/>
                    <a:pt x="214" y="81290"/>
                  </a:cubicBezTo>
                  <a:cubicBezTo>
                    <a:pt x="2008" y="80247"/>
                    <a:pt x="3105" y="78400"/>
                    <a:pt x="3185" y="76366"/>
                  </a:cubicBezTo>
                  <a:cubicBezTo>
                    <a:pt x="5193" y="75322"/>
                    <a:pt x="6424" y="73288"/>
                    <a:pt x="6424" y="71066"/>
                  </a:cubicBezTo>
                  <a:cubicBezTo>
                    <a:pt x="6424" y="68818"/>
                    <a:pt x="5193" y="66783"/>
                    <a:pt x="3185" y="65766"/>
                  </a:cubicBezTo>
                  <a:cubicBezTo>
                    <a:pt x="3105" y="63759"/>
                    <a:pt x="2088" y="61992"/>
                    <a:pt x="402" y="60922"/>
                  </a:cubicBezTo>
                  <a:cubicBezTo>
                    <a:pt x="2088" y="59878"/>
                    <a:pt x="3105" y="58085"/>
                    <a:pt x="3185" y="56077"/>
                  </a:cubicBezTo>
                  <a:cubicBezTo>
                    <a:pt x="5193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85" y="43604"/>
                    <a:pt x="2088" y="41731"/>
                    <a:pt x="402" y="40660"/>
                  </a:cubicBezTo>
                  <a:cubicBezTo>
                    <a:pt x="1900" y="39697"/>
                    <a:pt x="3319" y="37877"/>
                    <a:pt x="3185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93" y="26260"/>
                    <a:pt x="3185" y="25216"/>
                  </a:cubicBezTo>
                  <a:cubicBezTo>
                    <a:pt x="3105" y="23236"/>
                    <a:pt x="2061" y="21442"/>
                    <a:pt x="402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581"/>
                    <a:pt x="3185" y="15581"/>
                    <a:pt x="3185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5" y="4955"/>
                  </a:cubicBezTo>
                  <a:cubicBezTo>
                    <a:pt x="3185" y="3028"/>
                    <a:pt x="2008" y="1047"/>
                    <a:pt x="214" y="30"/>
                  </a:cubicBezTo>
                  <a:cubicBezTo>
                    <a:pt x="194" y="10"/>
                    <a:pt x="169" y="1"/>
                    <a:pt x="1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20"/>
            <p:cNvSpPr/>
            <p:nvPr/>
          </p:nvSpPr>
          <p:spPr>
            <a:xfrm>
              <a:off x="378625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1" y="1"/>
                  </a:moveTo>
                  <a:cubicBezTo>
                    <a:pt x="95" y="1"/>
                    <a:pt x="47" y="26"/>
                    <a:pt x="28" y="65"/>
                  </a:cubicBezTo>
                  <a:cubicBezTo>
                    <a:pt x="1" y="92"/>
                    <a:pt x="1" y="118"/>
                    <a:pt x="1" y="118"/>
                  </a:cubicBezTo>
                  <a:cubicBezTo>
                    <a:pt x="1" y="172"/>
                    <a:pt x="28" y="225"/>
                    <a:pt x="54" y="225"/>
                  </a:cubicBezTo>
                  <a:cubicBezTo>
                    <a:pt x="1794" y="1243"/>
                    <a:pt x="2918" y="3116"/>
                    <a:pt x="2918" y="4963"/>
                  </a:cubicBezTo>
                  <a:cubicBezTo>
                    <a:pt x="2918" y="4990"/>
                    <a:pt x="2918" y="5017"/>
                    <a:pt x="2918" y="5043"/>
                  </a:cubicBezTo>
                  <a:cubicBezTo>
                    <a:pt x="2918" y="5070"/>
                    <a:pt x="2945" y="5124"/>
                    <a:pt x="2999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9" y="15375"/>
                  </a:cubicBezTo>
                  <a:cubicBezTo>
                    <a:pt x="2945" y="15402"/>
                    <a:pt x="2918" y="15428"/>
                    <a:pt x="2918" y="15482"/>
                  </a:cubicBezTo>
                  <a:cubicBezTo>
                    <a:pt x="2972" y="17329"/>
                    <a:pt x="1848" y="19256"/>
                    <a:pt x="81" y="20273"/>
                  </a:cubicBezTo>
                  <a:cubicBezTo>
                    <a:pt x="54" y="20300"/>
                    <a:pt x="28" y="20326"/>
                    <a:pt x="1" y="20353"/>
                  </a:cubicBezTo>
                  <a:cubicBezTo>
                    <a:pt x="1" y="20407"/>
                    <a:pt x="28" y="20487"/>
                    <a:pt x="54" y="20514"/>
                  </a:cubicBezTo>
                  <a:cubicBezTo>
                    <a:pt x="1794" y="21504"/>
                    <a:pt x="2865" y="23297"/>
                    <a:pt x="2918" y="25305"/>
                  </a:cubicBezTo>
                  <a:cubicBezTo>
                    <a:pt x="2918" y="25358"/>
                    <a:pt x="2945" y="25412"/>
                    <a:pt x="2999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9" y="35636"/>
                  </a:cubicBezTo>
                  <a:cubicBezTo>
                    <a:pt x="2945" y="35663"/>
                    <a:pt x="2918" y="35717"/>
                    <a:pt x="2918" y="35770"/>
                  </a:cubicBezTo>
                  <a:cubicBezTo>
                    <a:pt x="3079" y="37831"/>
                    <a:pt x="1607" y="39651"/>
                    <a:pt x="81" y="40535"/>
                  </a:cubicBezTo>
                  <a:cubicBezTo>
                    <a:pt x="54" y="40561"/>
                    <a:pt x="28" y="40588"/>
                    <a:pt x="1" y="40615"/>
                  </a:cubicBezTo>
                  <a:cubicBezTo>
                    <a:pt x="1" y="40668"/>
                    <a:pt x="28" y="40749"/>
                    <a:pt x="54" y="40775"/>
                  </a:cubicBezTo>
                  <a:cubicBezTo>
                    <a:pt x="1794" y="41766"/>
                    <a:pt x="2918" y="43639"/>
                    <a:pt x="2918" y="45540"/>
                  </a:cubicBezTo>
                  <a:cubicBezTo>
                    <a:pt x="2918" y="45540"/>
                    <a:pt x="2918" y="45566"/>
                    <a:pt x="2918" y="45566"/>
                  </a:cubicBezTo>
                  <a:cubicBezTo>
                    <a:pt x="2918" y="45620"/>
                    <a:pt x="2945" y="45674"/>
                    <a:pt x="2999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9" y="55898"/>
                  </a:cubicBezTo>
                  <a:cubicBezTo>
                    <a:pt x="2945" y="55925"/>
                    <a:pt x="2918" y="55952"/>
                    <a:pt x="2918" y="56005"/>
                  </a:cubicBezTo>
                  <a:cubicBezTo>
                    <a:pt x="2865" y="58012"/>
                    <a:pt x="1821" y="59806"/>
                    <a:pt x="81" y="60796"/>
                  </a:cubicBezTo>
                  <a:cubicBezTo>
                    <a:pt x="54" y="60823"/>
                    <a:pt x="28" y="60850"/>
                    <a:pt x="1" y="60903"/>
                  </a:cubicBezTo>
                  <a:cubicBezTo>
                    <a:pt x="1" y="60957"/>
                    <a:pt x="28" y="61010"/>
                    <a:pt x="54" y="61037"/>
                  </a:cubicBezTo>
                  <a:cubicBezTo>
                    <a:pt x="1794" y="62054"/>
                    <a:pt x="2865" y="63847"/>
                    <a:pt x="2918" y="65828"/>
                  </a:cubicBezTo>
                  <a:cubicBezTo>
                    <a:pt x="2918" y="65882"/>
                    <a:pt x="2945" y="65935"/>
                    <a:pt x="2999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9" y="76160"/>
                  </a:cubicBezTo>
                  <a:cubicBezTo>
                    <a:pt x="2945" y="76186"/>
                    <a:pt x="2918" y="76240"/>
                    <a:pt x="2918" y="76267"/>
                  </a:cubicBezTo>
                  <a:cubicBezTo>
                    <a:pt x="2865" y="78274"/>
                    <a:pt x="1821" y="80067"/>
                    <a:pt x="81" y="81084"/>
                  </a:cubicBezTo>
                  <a:cubicBezTo>
                    <a:pt x="1" y="81111"/>
                    <a:pt x="1" y="81191"/>
                    <a:pt x="28" y="81245"/>
                  </a:cubicBezTo>
                  <a:cubicBezTo>
                    <a:pt x="45" y="81296"/>
                    <a:pt x="83" y="81315"/>
                    <a:pt x="123" y="81315"/>
                  </a:cubicBezTo>
                  <a:cubicBezTo>
                    <a:pt x="145" y="81315"/>
                    <a:pt x="169" y="81308"/>
                    <a:pt x="188" y="81299"/>
                  </a:cubicBezTo>
                  <a:cubicBezTo>
                    <a:pt x="1981" y="80255"/>
                    <a:pt x="3106" y="78408"/>
                    <a:pt x="3159" y="76347"/>
                  </a:cubicBezTo>
                  <a:cubicBezTo>
                    <a:pt x="5167" y="75330"/>
                    <a:pt x="6398" y="73296"/>
                    <a:pt x="6398" y="71047"/>
                  </a:cubicBezTo>
                  <a:cubicBezTo>
                    <a:pt x="6398" y="68826"/>
                    <a:pt x="5167" y="66792"/>
                    <a:pt x="3159" y="65748"/>
                  </a:cubicBezTo>
                  <a:cubicBezTo>
                    <a:pt x="3106" y="63767"/>
                    <a:pt x="2062" y="61974"/>
                    <a:pt x="376" y="60930"/>
                  </a:cubicBezTo>
                  <a:cubicBezTo>
                    <a:pt x="2062" y="59859"/>
                    <a:pt x="3106" y="58093"/>
                    <a:pt x="3159" y="56085"/>
                  </a:cubicBezTo>
                  <a:cubicBezTo>
                    <a:pt x="5167" y="55068"/>
                    <a:pt x="6398" y="53034"/>
                    <a:pt x="6398" y="50786"/>
                  </a:cubicBezTo>
                  <a:cubicBezTo>
                    <a:pt x="6398" y="48537"/>
                    <a:pt x="5167" y="46530"/>
                    <a:pt x="3159" y="45486"/>
                  </a:cubicBezTo>
                  <a:cubicBezTo>
                    <a:pt x="3159" y="43586"/>
                    <a:pt x="2062" y="41739"/>
                    <a:pt x="376" y="40668"/>
                  </a:cubicBezTo>
                  <a:cubicBezTo>
                    <a:pt x="1901" y="39705"/>
                    <a:pt x="3293" y="37885"/>
                    <a:pt x="3186" y="35824"/>
                  </a:cubicBezTo>
                  <a:cubicBezTo>
                    <a:pt x="5167" y="34780"/>
                    <a:pt x="6398" y="32772"/>
                    <a:pt x="6398" y="30524"/>
                  </a:cubicBezTo>
                  <a:cubicBezTo>
                    <a:pt x="6398" y="28276"/>
                    <a:pt x="5167" y="26268"/>
                    <a:pt x="3159" y="25225"/>
                  </a:cubicBezTo>
                  <a:cubicBezTo>
                    <a:pt x="3079" y="23244"/>
                    <a:pt x="2035" y="21451"/>
                    <a:pt x="376" y="20407"/>
                  </a:cubicBezTo>
                  <a:cubicBezTo>
                    <a:pt x="2062" y="19336"/>
                    <a:pt x="3186" y="17436"/>
                    <a:pt x="3186" y="15616"/>
                  </a:cubicBezTo>
                  <a:cubicBezTo>
                    <a:pt x="3186" y="15589"/>
                    <a:pt x="3186" y="15589"/>
                    <a:pt x="3186" y="15562"/>
                  </a:cubicBezTo>
                  <a:cubicBezTo>
                    <a:pt x="5167" y="14518"/>
                    <a:pt x="6398" y="12511"/>
                    <a:pt x="6398" y="10263"/>
                  </a:cubicBezTo>
                  <a:cubicBezTo>
                    <a:pt x="6398" y="8014"/>
                    <a:pt x="5167" y="6007"/>
                    <a:pt x="3186" y="4963"/>
                  </a:cubicBezTo>
                  <a:cubicBezTo>
                    <a:pt x="3186" y="3036"/>
                    <a:pt x="1981" y="1055"/>
                    <a:pt x="188" y="11"/>
                  </a:cubicBezTo>
                  <a:cubicBezTo>
                    <a:pt x="174" y="4"/>
                    <a:pt x="158" y="1"/>
                    <a:pt x="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20"/>
            <p:cNvSpPr/>
            <p:nvPr/>
          </p:nvSpPr>
          <p:spPr>
            <a:xfrm>
              <a:off x="224725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26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1" y="110"/>
                    <a:pt x="1" y="137"/>
                  </a:cubicBezTo>
                  <a:cubicBezTo>
                    <a:pt x="1" y="164"/>
                    <a:pt x="27" y="217"/>
                    <a:pt x="81" y="244"/>
                  </a:cubicBezTo>
                  <a:cubicBezTo>
                    <a:pt x="1821" y="1234"/>
                    <a:pt x="2972" y="3162"/>
                    <a:pt x="2918" y="5035"/>
                  </a:cubicBezTo>
                  <a:cubicBezTo>
                    <a:pt x="2945" y="5089"/>
                    <a:pt x="2945" y="5142"/>
                    <a:pt x="2998" y="5142"/>
                  </a:cubicBezTo>
                  <a:cubicBezTo>
                    <a:pt x="4952" y="6133"/>
                    <a:pt x="6157" y="8086"/>
                    <a:pt x="6157" y="10254"/>
                  </a:cubicBezTo>
                  <a:cubicBezTo>
                    <a:pt x="6157" y="12422"/>
                    <a:pt x="4952" y="14376"/>
                    <a:pt x="2998" y="15367"/>
                  </a:cubicBezTo>
                  <a:cubicBezTo>
                    <a:pt x="2945" y="15393"/>
                    <a:pt x="2918" y="15447"/>
                    <a:pt x="2918" y="15474"/>
                  </a:cubicBezTo>
                  <a:cubicBezTo>
                    <a:pt x="2972" y="17321"/>
                    <a:pt x="1848" y="19248"/>
                    <a:pt x="108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289"/>
                    <a:pt x="2918" y="25297"/>
                  </a:cubicBezTo>
                  <a:cubicBezTo>
                    <a:pt x="2945" y="25350"/>
                    <a:pt x="2972" y="25404"/>
                    <a:pt x="2998" y="25404"/>
                  </a:cubicBezTo>
                  <a:cubicBezTo>
                    <a:pt x="4952" y="26394"/>
                    <a:pt x="6157" y="28348"/>
                    <a:pt x="6157" y="30516"/>
                  </a:cubicBezTo>
                  <a:cubicBezTo>
                    <a:pt x="6157" y="32684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106" y="37823"/>
                    <a:pt x="1633" y="39643"/>
                    <a:pt x="108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18" y="43631"/>
                    <a:pt x="2918" y="45532"/>
                  </a:cubicBezTo>
                  <a:cubicBezTo>
                    <a:pt x="2918" y="45558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52" y="46656"/>
                    <a:pt x="6157" y="48610"/>
                    <a:pt x="6157" y="50778"/>
                  </a:cubicBezTo>
                  <a:cubicBezTo>
                    <a:pt x="6157" y="52972"/>
                    <a:pt x="4952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52" y="66917"/>
                    <a:pt x="6157" y="68871"/>
                    <a:pt x="6157" y="71066"/>
                  </a:cubicBezTo>
                  <a:cubicBezTo>
                    <a:pt x="6157" y="73234"/>
                    <a:pt x="4952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7" y="81103"/>
                    <a:pt x="1" y="81183"/>
                    <a:pt x="27" y="81237"/>
                  </a:cubicBezTo>
                  <a:cubicBezTo>
                    <a:pt x="61" y="81288"/>
                    <a:pt x="95" y="81306"/>
                    <a:pt x="136" y="81306"/>
                  </a:cubicBezTo>
                  <a:cubicBezTo>
                    <a:pt x="160" y="81306"/>
                    <a:pt x="185" y="81300"/>
                    <a:pt x="215" y="81290"/>
                  </a:cubicBezTo>
                  <a:cubicBezTo>
                    <a:pt x="2008" y="80247"/>
                    <a:pt x="3106" y="78400"/>
                    <a:pt x="3186" y="76366"/>
                  </a:cubicBezTo>
                  <a:cubicBezTo>
                    <a:pt x="5166" y="75322"/>
                    <a:pt x="6398" y="73288"/>
                    <a:pt x="6398" y="71066"/>
                  </a:cubicBezTo>
                  <a:cubicBezTo>
                    <a:pt x="6398" y="68818"/>
                    <a:pt x="5166" y="66783"/>
                    <a:pt x="3186" y="65766"/>
                  </a:cubicBezTo>
                  <a:cubicBezTo>
                    <a:pt x="3106" y="63759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077"/>
                  </a:cubicBezTo>
                  <a:cubicBezTo>
                    <a:pt x="5166" y="55060"/>
                    <a:pt x="6398" y="53026"/>
                    <a:pt x="6398" y="50778"/>
                  </a:cubicBezTo>
                  <a:cubicBezTo>
                    <a:pt x="6398" y="48556"/>
                    <a:pt x="5166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293" y="37877"/>
                    <a:pt x="3186" y="35816"/>
                  </a:cubicBezTo>
                  <a:cubicBezTo>
                    <a:pt x="5166" y="34799"/>
                    <a:pt x="6398" y="32764"/>
                    <a:pt x="6398" y="30516"/>
                  </a:cubicBezTo>
                  <a:cubicBezTo>
                    <a:pt x="6398" y="28268"/>
                    <a:pt x="5166" y="26260"/>
                    <a:pt x="3186" y="25216"/>
                  </a:cubicBezTo>
                  <a:cubicBezTo>
                    <a:pt x="3079" y="23236"/>
                    <a:pt x="2062" y="21442"/>
                    <a:pt x="375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581"/>
                    <a:pt x="3186" y="15581"/>
                    <a:pt x="3186" y="15554"/>
                  </a:cubicBezTo>
                  <a:cubicBezTo>
                    <a:pt x="5166" y="14510"/>
                    <a:pt x="6398" y="12503"/>
                    <a:pt x="6398" y="10254"/>
                  </a:cubicBezTo>
                  <a:cubicBezTo>
                    <a:pt x="6398" y="8006"/>
                    <a:pt x="5166" y="5999"/>
                    <a:pt x="3186" y="4955"/>
                  </a:cubicBezTo>
                  <a:cubicBezTo>
                    <a:pt x="3186" y="3028"/>
                    <a:pt x="1981" y="1047"/>
                    <a:pt x="215" y="30"/>
                  </a:cubicBezTo>
                  <a:cubicBezTo>
                    <a:pt x="184" y="10"/>
                    <a:pt x="153" y="1"/>
                    <a:pt x="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8" name="Google Shape;458;p20"/>
          <p:cNvSpPr/>
          <p:nvPr/>
        </p:nvSpPr>
        <p:spPr>
          <a:xfrm rot="7654233" flipH="1">
            <a:off x="-1075268" y="-1255409"/>
            <a:ext cx="4267776" cy="2625652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32_1"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2"/>
          <p:cNvSpPr/>
          <p:nvPr/>
        </p:nvSpPr>
        <p:spPr>
          <a:xfrm rot="-1690000">
            <a:off x="4770052" y="3432202"/>
            <a:ext cx="4311133" cy="2652327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22"/>
          <p:cNvSpPr/>
          <p:nvPr/>
        </p:nvSpPr>
        <p:spPr>
          <a:xfrm rot="-8976185">
            <a:off x="-892229" y="695729"/>
            <a:ext cx="3210901" cy="3197587"/>
          </a:xfrm>
          <a:custGeom>
            <a:avLst/>
            <a:gdLst/>
            <a:ahLst/>
            <a:cxnLst/>
            <a:rect l="l" t="t" r="r" b="b"/>
            <a:pathLst>
              <a:path w="48235" h="48035" extrusionOk="0">
                <a:moveTo>
                  <a:pt x="3770" y="17379"/>
                </a:moveTo>
                <a:cubicBezTo>
                  <a:pt x="7573" y="20948"/>
                  <a:pt x="10108" y="20948"/>
                  <a:pt x="20515" y="21349"/>
                </a:cubicBezTo>
                <a:cubicBezTo>
                  <a:pt x="30956" y="21782"/>
                  <a:pt x="19314" y="35525"/>
                  <a:pt x="27520" y="41797"/>
                </a:cubicBezTo>
                <a:cubicBezTo>
                  <a:pt x="35726" y="48034"/>
                  <a:pt x="48235" y="37827"/>
                  <a:pt x="48235" y="26986"/>
                </a:cubicBezTo>
                <a:cubicBezTo>
                  <a:pt x="48235" y="16145"/>
                  <a:pt x="35026" y="0"/>
                  <a:pt x="18080" y="867"/>
                </a:cubicBezTo>
                <a:cubicBezTo>
                  <a:pt x="1135" y="1768"/>
                  <a:pt x="1" y="13843"/>
                  <a:pt x="3770" y="173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3" name="Google Shape;503;p22"/>
          <p:cNvGrpSpPr/>
          <p:nvPr/>
        </p:nvGrpSpPr>
        <p:grpSpPr>
          <a:xfrm>
            <a:off x="5420243" y="-954594"/>
            <a:ext cx="2270935" cy="2260334"/>
            <a:chOff x="6762468" y="1386456"/>
            <a:chExt cx="2270935" cy="2260334"/>
          </a:xfrm>
        </p:grpSpPr>
        <p:sp>
          <p:nvSpPr>
            <p:cNvPr id="504" name="Google Shape;504;p22"/>
            <p:cNvSpPr/>
            <p:nvPr/>
          </p:nvSpPr>
          <p:spPr>
            <a:xfrm>
              <a:off x="6762468" y="1386456"/>
              <a:ext cx="2270935" cy="2260292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22"/>
            <p:cNvSpPr/>
            <p:nvPr/>
          </p:nvSpPr>
          <p:spPr>
            <a:xfrm>
              <a:off x="7236329" y="1587480"/>
              <a:ext cx="12035" cy="9350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22"/>
            <p:cNvSpPr/>
            <p:nvPr/>
          </p:nvSpPr>
          <p:spPr>
            <a:xfrm>
              <a:off x="7364144" y="1394464"/>
              <a:ext cx="356781" cy="300882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22"/>
            <p:cNvSpPr/>
            <p:nvPr/>
          </p:nvSpPr>
          <p:spPr>
            <a:xfrm>
              <a:off x="7836713" y="1386456"/>
              <a:ext cx="358124" cy="308889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22"/>
            <p:cNvSpPr/>
            <p:nvPr/>
          </p:nvSpPr>
          <p:spPr>
            <a:xfrm>
              <a:off x="8310574" y="1516908"/>
              <a:ext cx="135819" cy="79920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22"/>
            <p:cNvSpPr/>
            <p:nvPr/>
          </p:nvSpPr>
          <p:spPr>
            <a:xfrm>
              <a:off x="8484940" y="1543565"/>
              <a:ext cx="8057" cy="151784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22"/>
            <p:cNvSpPr/>
            <p:nvPr/>
          </p:nvSpPr>
          <p:spPr>
            <a:xfrm>
              <a:off x="6838311" y="2099984"/>
              <a:ext cx="2735" cy="537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22"/>
            <p:cNvSpPr/>
            <p:nvPr/>
          </p:nvSpPr>
          <p:spPr>
            <a:xfrm>
              <a:off x="7012727" y="1801781"/>
              <a:ext cx="2686" cy="273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22"/>
            <p:cNvSpPr/>
            <p:nvPr/>
          </p:nvSpPr>
          <p:spPr>
            <a:xfrm>
              <a:off x="6912862" y="1942876"/>
              <a:ext cx="102548" cy="63956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22"/>
            <p:cNvSpPr/>
            <p:nvPr/>
          </p:nvSpPr>
          <p:spPr>
            <a:xfrm>
              <a:off x="7131192" y="1696645"/>
              <a:ext cx="356781" cy="408702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22"/>
            <p:cNvSpPr/>
            <p:nvPr/>
          </p:nvSpPr>
          <p:spPr>
            <a:xfrm>
              <a:off x="7603761" y="1696645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22"/>
            <p:cNvSpPr/>
            <p:nvPr/>
          </p:nvSpPr>
          <p:spPr>
            <a:xfrm>
              <a:off x="8077622" y="1696645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22"/>
            <p:cNvSpPr/>
            <p:nvPr/>
          </p:nvSpPr>
          <p:spPr>
            <a:xfrm>
              <a:off x="8550190" y="1736581"/>
              <a:ext cx="356781" cy="367424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22"/>
            <p:cNvSpPr/>
            <p:nvPr/>
          </p:nvSpPr>
          <p:spPr>
            <a:xfrm>
              <a:off x="6891576" y="2115948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22"/>
            <p:cNvSpPr/>
            <p:nvPr/>
          </p:nvSpPr>
          <p:spPr>
            <a:xfrm>
              <a:off x="7364144" y="2115948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22"/>
            <p:cNvSpPr/>
            <p:nvPr/>
          </p:nvSpPr>
          <p:spPr>
            <a:xfrm>
              <a:off x="7836713" y="2115948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22"/>
            <p:cNvSpPr/>
            <p:nvPr/>
          </p:nvSpPr>
          <p:spPr>
            <a:xfrm>
              <a:off x="8310574" y="2114606"/>
              <a:ext cx="356781" cy="408702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22"/>
            <p:cNvSpPr/>
            <p:nvPr/>
          </p:nvSpPr>
          <p:spPr>
            <a:xfrm>
              <a:off x="8783142" y="2114606"/>
              <a:ext cx="239661" cy="408702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22"/>
            <p:cNvSpPr/>
            <p:nvPr/>
          </p:nvSpPr>
          <p:spPr>
            <a:xfrm>
              <a:off x="6773111" y="2511280"/>
              <a:ext cx="242297" cy="40735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22"/>
            <p:cNvSpPr/>
            <p:nvPr/>
          </p:nvSpPr>
          <p:spPr>
            <a:xfrm>
              <a:off x="7131192" y="2511280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22"/>
            <p:cNvSpPr/>
            <p:nvPr/>
          </p:nvSpPr>
          <p:spPr>
            <a:xfrm>
              <a:off x="7603761" y="2511280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22"/>
            <p:cNvSpPr/>
            <p:nvPr/>
          </p:nvSpPr>
          <p:spPr>
            <a:xfrm>
              <a:off x="8077622" y="2511280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22"/>
            <p:cNvSpPr/>
            <p:nvPr/>
          </p:nvSpPr>
          <p:spPr>
            <a:xfrm>
              <a:off x="8550190" y="2511280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22"/>
            <p:cNvSpPr/>
            <p:nvPr/>
          </p:nvSpPr>
          <p:spPr>
            <a:xfrm>
              <a:off x="6891576" y="2934613"/>
              <a:ext cx="356781" cy="363445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22"/>
            <p:cNvSpPr/>
            <p:nvPr/>
          </p:nvSpPr>
          <p:spPr>
            <a:xfrm>
              <a:off x="7364144" y="2934613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22"/>
            <p:cNvSpPr/>
            <p:nvPr/>
          </p:nvSpPr>
          <p:spPr>
            <a:xfrm>
              <a:off x="7836713" y="2934613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22"/>
            <p:cNvSpPr/>
            <p:nvPr/>
          </p:nvSpPr>
          <p:spPr>
            <a:xfrm>
              <a:off x="8310574" y="2934613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22"/>
            <p:cNvSpPr/>
            <p:nvPr/>
          </p:nvSpPr>
          <p:spPr>
            <a:xfrm>
              <a:off x="8783142" y="3033085"/>
              <a:ext cx="97227" cy="6127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22"/>
            <p:cNvSpPr/>
            <p:nvPr/>
          </p:nvSpPr>
          <p:spPr>
            <a:xfrm>
              <a:off x="7345494" y="3428467"/>
              <a:ext cx="142484" cy="85242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22"/>
            <p:cNvSpPr/>
            <p:nvPr/>
          </p:nvSpPr>
          <p:spPr>
            <a:xfrm>
              <a:off x="7305558" y="3329945"/>
              <a:ext cx="8057" cy="161133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22"/>
            <p:cNvSpPr/>
            <p:nvPr/>
          </p:nvSpPr>
          <p:spPr>
            <a:xfrm>
              <a:off x="7603761" y="3329945"/>
              <a:ext cx="358124" cy="316846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22"/>
            <p:cNvSpPr/>
            <p:nvPr/>
          </p:nvSpPr>
          <p:spPr>
            <a:xfrm>
              <a:off x="8077622" y="3329945"/>
              <a:ext cx="356781" cy="307546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22"/>
            <p:cNvSpPr/>
            <p:nvPr/>
          </p:nvSpPr>
          <p:spPr>
            <a:xfrm>
              <a:off x="8550190" y="3428467"/>
              <a:ext cx="16014" cy="12035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7" name="Google Shape;537;p22"/>
          <p:cNvSpPr txBox="1">
            <a:spLocks noGrp="1"/>
          </p:cNvSpPr>
          <p:nvPr>
            <p:ph type="title"/>
          </p:nvPr>
        </p:nvSpPr>
        <p:spPr>
          <a:xfrm>
            <a:off x="1569450" y="1152050"/>
            <a:ext cx="6005100" cy="151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36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38" name="Google Shape;538;p22"/>
          <p:cNvSpPr txBox="1">
            <a:spLocks noGrp="1"/>
          </p:cNvSpPr>
          <p:nvPr>
            <p:ph type="subTitle" idx="1"/>
          </p:nvPr>
        </p:nvSpPr>
        <p:spPr>
          <a:xfrm>
            <a:off x="1569450" y="2756350"/>
            <a:ext cx="60051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>
                <a:solidFill>
                  <a:schemeClr val="accen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27"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25"/>
          <p:cNvSpPr/>
          <p:nvPr/>
        </p:nvSpPr>
        <p:spPr>
          <a:xfrm rot="-1408952">
            <a:off x="7039333" y="962822"/>
            <a:ext cx="3561578" cy="4437854"/>
          </a:xfrm>
          <a:custGeom>
            <a:avLst/>
            <a:gdLst/>
            <a:ahLst/>
            <a:cxnLst/>
            <a:rect l="l" t="t" r="r" b="b"/>
            <a:pathLst>
              <a:path w="15146" h="21250" extrusionOk="0">
                <a:moveTo>
                  <a:pt x="2903" y="12143"/>
                </a:moveTo>
                <a:cubicBezTo>
                  <a:pt x="1936" y="10308"/>
                  <a:pt x="234" y="9174"/>
                  <a:pt x="201" y="6972"/>
                </a:cubicBezTo>
                <a:cubicBezTo>
                  <a:pt x="1" y="1"/>
                  <a:pt x="7773" y="1769"/>
                  <a:pt x="11209" y="4637"/>
                </a:cubicBezTo>
                <a:cubicBezTo>
                  <a:pt x="13877" y="6839"/>
                  <a:pt x="15145" y="10208"/>
                  <a:pt x="14178" y="13544"/>
                </a:cubicBezTo>
                <a:cubicBezTo>
                  <a:pt x="13310" y="16379"/>
                  <a:pt x="10141" y="21249"/>
                  <a:pt x="6472" y="20349"/>
                </a:cubicBezTo>
                <a:cubicBezTo>
                  <a:pt x="3203" y="19581"/>
                  <a:pt x="4070" y="14811"/>
                  <a:pt x="3070" y="12476"/>
                </a:cubicBezTo>
                <a:cubicBezTo>
                  <a:pt x="3036" y="12343"/>
                  <a:pt x="2970" y="12243"/>
                  <a:pt x="2903" y="1214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p25"/>
          <p:cNvSpPr/>
          <p:nvPr/>
        </p:nvSpPr>
        <p:spPr>
          <a:xfrm rot="5400000" flipH="1">
            <a:off x="-1331519" y="-591459"/>
            <a:ext cx="5570538" cy="3629454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" name="Google Shape;612;p25"/>
          <p:cNvSpPr/>
          <p:nvPr/>
        </p:nvSpPr>
        <p:spPr>
          <a:xfrm rot="-7977677">
            <a:off x="1465320" y="3454594"/>
            <a:ext cx="1601627" cy="1536805"/>
          </a:xfrm>
          <a:custGeom>
            <a:avLst/>
            <a:gdLst/>
            <a:ahLst/>
            <a:cxnLst/>
            <a:rect l="l" t="t" r="r" b="b"/>
            <a:pathLst>
              <a:path w="20582" h="19749" extrusionOk="0">
                <a:moveTo>
                  <a:pt x="15178" y="401"/>
                </a:moveTo>
                <a:cubicBezTo>
                  <a:pt x="11542" y="1"/>
                  <a:pt x="4470" y="1235"/>
                  <a:pt x="2235" y="7773"/>
                </a:cubicBezTo>
                <a:cubicBezTo>
                  <a:pt x="0" y="14311"/>
                  <a:pt x="7939" y="17947"/>
                  <a:pt x="11675" y="18848"/>
                </a:cubicBezTo>
                <a:cubicBezTo>
                  <a:pt x="15445" y="19748"/>
                  <a:pt x="20315" y="19448"/>
                  <a:pt x="20448" y="13477"/>
                </a:cubicBezTo>
                <a:cubicBezTo>
                  <a:pt x="20582" y="7506"/>
                  <a:pt x="18780" y="835"/>
                  <a:pt x="15178" y="4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3" name="Google Shape;613;p25"/>
          <p:cNvGrpSpPr/>
          <p:nvPr/>
        </p:nvGrpSpPr>
        <p:grpSpPr>
          <a:xfrm>
            <a:off x="5084307" y="-1054185"/>
            <a:ext cx="2304462" cy="2293869"/>
            <a:chOff x="2414491" y="671177"/>
            <a:chExt cx="1830972" cy="1822411"/>
          </a:xfrm>
        </p:grpSpPr>
        <p:sp>
          <p:nvSpPr>
            <p:cNvPr id="614" name="Google Shape;614;p25"/>
            <p:cNvSpPr/>
            <p:nvPr/>
          </p:nvSpPr>
          <p:spPr>
            <a:xfrm>
              <a:off x="2414491" y="671177"/>
              <a:ext cx="1830972" cy="1822391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25"/>
            <p:cNvSpPr/>
            <p:nvPr/>
          </p:nvSpPr>
          <p:spPr>
            <a:xfrm>
              <a:off x="2796545" y="833253"/>
              <a:ext cx="9704" cy="7538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25"/>
            <p:cNvSpPr/>
            <p:nvPr/>
          </p:nvSpPr>
          <p:spPr>
            <a:xfrm>
              <a:off x="2899597" y="677633"/>
              <a:ext cx="287659" cy="242590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25"/>
            <p:cNvSpPr/>
            <p:nvPr/>
          </p:nvSpPr>
          <p:spPr>
            <a:xfrm>
              <a:off x="3280608" y="671177"/>
              <a:ext cx="288742" cy="249046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25"/>
            <p:cNvSpPr/>
            <p:nvPr/>
          </p:nvSpPr>
          <p:spPr>
            <a:xfrm>
              <a:off x="3662662" y="776354"/>
              <a:ext cx="109506" cy="64437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25"/>
            <p:cNvSpPr/>
            <p:nvPr/>
          </p:nvSpPr>
          <p:spPr>
            <a:xfrm>
              <a:off x="3803246" y="797847"/>
              <a:ext cx="6496" cy="122378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25"/>
            <p:cNvSpPr/>
            <p:nvPr/>
          </p:nvSpPr>
          <p:spPr>
            <a:xfrm>
              <a:off x="2475641" y="1246463"/>
              <a:ext cx="2205" cy="433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25"/>
            <p:cNvSpPr/>
            <p:nvPr/>
          </p:nvSpPr>
          <p:spPr>
            <a:xfrm>
              <a:off x="2616265" y="1006036"/>
              <a:ext cx="2165" cy="220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25"/>
            <p:cNvSpPr/>
            <p:nvPr/>
          </p:nvSpPr>
          <p:spPr>
            <a:xfrm>
              <a:off x="2535748" y="1119794"/>
              <a:ext cx="82681" cy="51565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25"/>
            <p:cNvSpPr/>
            <p:nvPr/>
          </p:nvSpPr>
          <p:spPr>
            <a:xfrm>
              <a:off x="2711778" y="921268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25"/>
            <p:cNvSpPr/>
            <p:nvPr/>
          </p:nvSpPr>
          <p:spPr>
            <a:xfrm>
              <a:off x="3092789" y="92126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25"/>
            <p:cNvSpPr/>
            <p:nvPr/>
          </p:nvSpPr>
          <p:spPr>
            <a:xfrm>
              <a:off x="3474843" y="92126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25"/>
            <p:cNvSpPr/>
            <p:nvPr/>
          </p:nvSpPr>
          <p:spPr>
            <a:xfrm>
              <a:off x="3855854" y="953467"/>
              <a:ext cx="287659" cy="296240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25"/>
            <p:cNvSpPr/>
            <p:nvPr/>
          </p:nvSpPr>
          <p:spPr>
            <a:xfrm>
              <a:off x="2417699" y="1498640"/>
              <a:ext cx="7538" cy="9704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25"/>
            <p:cNvSpPr/>
            <p:nvPr/>
          </p:nvSpPr>
          <p:spPr>
            <a:xfrm>
              <a:off x="2518586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25"/>
            <p:cNvSpPr/>
            <p:nvPr/>
          </p:nvSpPr>
          <p:spPr>
            <a:xfrm>
              <a:off x="2899597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25"/>
            <p:cNvSpPr/>
            <p:nvPr/>
          </p:nvSpPr>
          <p:spPr>
            <a:xfrm>
              <a:off x="3280608" y="1259335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25"/>
            <p:cNvSpPr/>
            <p:nvPr/>
          </p:nvSpPr>
          <p:spPr>
            <a:xfrm>
              <a:off x="3662662" y="1258252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25"/>
            <p:cNvSpPr/>
            <p:nvPr/>
          </p:nvSpPr>
          <p:spPr>
            <a:xfrm>
              <a:off x="4043673" y="1258252"/>
              <a:ext cx="193230" cy="329521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25"/>
            <p:cNvSpPr/>
            <p:nvPr/>
          </p:nvSpPr>
          <p:spPr>
            <a:xfrm>
              <a:off x="2423072" y="1578074"/>
              <a:ext cx="195355" cy="32843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25"/>
            <p:cNvSpPr/>
            <p:nvPr/>
          </p:nvSpPr>
          <p:spPr>
            <a:xfrm>
              <a:off x="2711778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25"/>
            <p:cNvSpPr/>
            <p:nvPr/>
          </p:nvSpPr>
          <p:spPr>
            <a:xfrm>
              <a:off x="3092789" y="1578074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25"/>
            <p:cNvSpPr/>
            <p:nvPr/>
          </p:nvSpPr>
          <p:spPr>
            <a:xfrm>
              <a:off x="3474843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25"/>
            <p:cNvSpPr/>
            <p:nvPr/>
          </p:nvSpPr>
          <p:spPr>
            <a:xfrm>
              <a:off x="3855854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25"/>
            <p:cNvSpPr/>
            <p:nvPr/>
          </p:nvSpPr>
          <p:spPr>
            <a:xfrm>
              <a:off x="2518586" y="1919388"/>
              <a:ext cx="287659" cy="293033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25"/>
            <p:cNvSpPr/>
            <p:nvPr/>
          </p:nvSpPr>
          <p:spPr>
            <a:xfrm>
              <a:off x="2899597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25"/>
            <p:cNvSpPr/>
            <p:nvPr/>
          </p:nvSpPr>
          <p:spPr>
            <a:xfrm>
              <a:off x="3280608" y="191938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25"/>
            <p:cNvSpPr/>
            <p:nvPr/>
          </p:nvSpPr>
          <p:spPr>
            <a:xfrm>
              <a:off x="3662662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25"/>
            <p:cNvSpPr/>
            <p:nvPr/>
          </p:nvSpPr>
          <p:spPr>
            <a:xfrm>
              <a:off x="4043673" y="1998782"/>
              <a:ext cx="78391" cy="4940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25"/>
            <p:cNvSpPr/>
            <p:nvPr/>
          </p:nvSpPr>
          <p:spPr>
            <a:xfrm>
              <a:off x="2884560" y="2317561"/>
              <a:ext cx="114879" cy="68727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25"/>
            <p:cNvSpPr/>
            <p:nvPr/>
          </p:nvSpPr>
          <p:spPr>
            <a:xfrm>
              <a:off x="2852362" y="2238127"/>
              <a:ext cx="6496" cy="129916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25"/>
            <p:cNvSpPr/>
            <p:nvPr/>
          </p:nvSpPr>
          <p:spPr>
            <a:xfrm>
              <a:off x="3092789" y="2238127"/>
              <a:ext cx="288742" cy="255461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25"/>
            <p:cNvSpPr/>
            <p:nvPr/>
          </p:nvSpPr>
          <p:spPr>
            <a:xfrm>
              <a:off x="3474843" y="2238127"/>
              <a:ext cx="287659" cy="24796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25"/>
            <p:cNvSpPr/>
            <p:nvPr/>
          </p:nvSpPr>
          <p:spPr>
            <a:xfrm>
              <a:off x="3855854" y="2317561"/>
              <a:ext cx="12911" cy="9704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48" name="Google Shape;648;p25"/>
          <p:cNvSpPr txBox="1">
            <a:spLocks noGrp="1"/>
          </p:cNvSpPr>
          <p:nvPr>
            <p:ph type="title"/>
          </p:nvPr>
        </p:nvSpPr>
        <p:spPr>
          <a:xfrm>
            <a:off x="2690725" y="1505725"/>
            <a:ext cx="3858900" cy="11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85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49" name="Google Shape;649;p25"/>
          <p:cNvSpPr txBox="1">
            <a:spLocks noGrp="1"/>
          </p:cNvSpPr>
          <p:nvPr>
            <p:ph type="subTitle" idx="1"/>
          </p:nvPr>
        </p:nvSpPr>
        <p:spPr>
          <a:xfrm>
            <a:off x="2690725" y="2725750"/>
            <a:ext cx="3858900" cy="91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8C353C"/>
              </a:buClr>
              <a:buSzPts val="1600"/>
              <a:buFont typeface="Nunito"/>
              <a:buChar char="●"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47">
    <p:spTree>
      <p:nvGrpSpPr>
        <p:cNvPr id="1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0" name="Google Shape;950;p38"/>
          <p:cNvGrpSpPr/>
          <p:nvPr/>
        </p:nvGrpSpPr>
        <p:grpSpPr>
          <a:xfrm flipH="1">
            <a:off x="6914055" y="-80449"/>
            <a:ext cx="2277317" cy="5304377"/>
            <a:chOff x="224725" y="566950"/>
            <a:chExt cx="1850875" cy="4311100"/>
          </a:xfrm>
        </p:grpSpPr>
        <p:sp>
          <p:nvSpPr>
            <p:cNvPr id="951" name="Google Shape;951;p38"/>
            <p:cNvSpPr/>
            <p:nvPr/>
          </p:nvSpPr>
          <p:spPr>
            <a:xfrm>
              <a:off x="1914975" y="566950"/>
              <a:ext cx="160625" cy="2033000"/>
            </a:xfrm>
            <a:custGeom>
              <a:avLst/>
              <a:gdLst/>
              <a:ahLst/>
              <a:cxnLst/>
              <a:rect l="l" t="t" r="r" b="b"/>
              <a:pathLst>
                <a:path w="6425" h="81320" extrusionOk="0">
                  <a:moveTo>
                    <a:pt x="126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27" y="217"/>
                    <a:pt x="81" y="244"/>
                  </a:cubicBezTo>
                  <a:cubicBezTo>
                    <a:pt x="1821" y="1261"/>
                    <a:pt x="2972" y="3188"/>
                    <a:pt x="2945" y="5035"/>
                  </a:cubicBezTo>
                  <a:cubicBezTo>
                    <a:pt x="2945" y="5089"/>
                    <a:pt x="2972" y="5142"/>
                    <a:pt x="2998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8" y="15367"/>
                  </a:cubicBezTo>
                  <a:cubicBezTo>
                    <a:pt x="2945" y="15394"/>
                    <a:pt x="2945" y="15447"/>
                    <a:pt x="2945" y="15501"/>
                  </a:cubicBezTo>
                  <a:cubicBezTo>
                    <a:pt x="2998" y="17321"/>
                    <a:pt x="1848" y="19248"/>
                    <a:pt x="108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316"/>
                    <a:pt x="2945" y="25324"/>
                  </a:cubicBezTo>
                  <a:cubicBezTo>
                    <a:pt x="2945" y="25350"/>
                    <a:pt x="2972" y="25404"/>
                    <a:pt x="2998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45" y="35762"/>
                  </a:cubicBezTo>
                  <a:cubicBezTo>
                    <a:pt x="3106" y="37823"/>
                    <a:pt x="1633" y="39643"/>
                    <a:pt x="108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45" y="43658"/>
                    <a:pt x="2945" y="45532"/>
                  </a:cubicBezTo>
                  <a:cubicBezTo>
                    <a:pt x="2945" y="45558"/>
                    <a:pt x="2945" y="45558"/>
                    <a:pt x="2945" y="45585"/>
                  </a:cubicBez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8" y="55917"/>
                  </a:cubicBezTo>
                  <a:cubicBezTo>
                    <a:pt x="2972" y="55917"/>
                    <a:pt x="2945" y="55970"/>
                    <a:pt x="2945" y="56024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900"/>
                    <a:pt x="2972" y="65927"/>
                    <a:pt x="2998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8" y="76178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86"/>
                    <a:pt x="81" y="81076"/>
                  </a:cubicBezTo>
                  <a:cubicBezTo>
                    <a:pt x="27" y="81130"/>
                    <a:pt x="1" y="81183"/>
                    <a:pt x="27" y="81264"/>
                  </a:cubicBezTo>
                  <a:cubicBezTo>
                    <a:pt x="61" y="81297"/>
                    <a:pt x="104" y="81320"/>
                    <a:pt x="145" y="81320"/>
                  </a:cubicBezTo>
                  <a:cubicBezTo>
                    <a:pt x="170" y="81320"/>
                    <a:pt x="194" y="81311"/>
                    <a:pt x="215" y="81290"/>
                  </a:cubicBezTo>
                  <a:cubicBezTo>
                    <a:pt x="2008" y="80273"/>
                    <a:pt x="3106" y="78427"/>
                    <a:pt x="3186" y="76366"/>
                  </a:cubicBezTo>
                  <a:cubicBezTo>
                    <a:pt x="5166" y="75322"/>
                    <a:pt x="6424" y="73314"/>
                    <a:pt x="6424" y="71066"/>
                  </a:cubicBezTo>
                  <a:cubicBezTo>
                    <a:pt x="6424" y="68818"/>
                    <a:pt x="5166" y="66784"/>
                    <a:pt x="3186" y="65766"/>
                  </a:cubicBezTo>
                  <a:cubicBezTo>
                    <a:pt x="3106" y="63786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104"/>
                  </a:cubicBezTo>
                  <a:cubicBezTo>
                    <a:pt x="5166" y="55060"/>
                    <a:pt x="6424" y="53053"/>
                    <a:pt x="6424" y="50804"/>
                  </a:cubicBezTo>
                  <a:cubicBezTo>
                    <a:pt x="6424" y="48556"/>
                    <a:pt x="5166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723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66" y="26260"/>
                    <a:pt x="3186" y="25243"/>
                  </a:cubicBezTo>
                  <a:cubicBezTo>
                    <a:pt x="3106" y="23236"/>
                    <a:pt x="2062" y="21443"/>
                    <a:pt x="375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608"/>
                    <a:pt x="3186" y="15581"/>
                    <a:pt x="3186" y="15554"/>
                  </a:cubicBezTo>
                  <a:cubicBezTo>
                    <a:pt x="5166" y="14537"/>
                    <a:pt x="6424" y="12503"/>
                    <a:pt x="6424" y="10255"/>
                  </a:cubicBezTo>
                  <a:cubicBezTo>
                    <a:pt x="6424" y="8033"/>
                    <a:pt x="5166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2008" y="1074"/>
                    <a:pt x="215" y="30"/>
                  </a:cubicBezTo>
                  <a:cubicBezTo>
                    <a:pt x="184" y="10"/>
                    <a:pt x="153" y="1"/>
                    <a:pt x="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38"/>
            <p:cNvSpPr/>
            <p:nvPr/>
          </p:nvSpPr>
          <p:spPr>
            <a:xfrm>
              <a:off x="1761075" y="8188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49" y="1"/>
                  </a:moveTo>
                  <a:cubicBezTo>
                    <a:pt x="110" y="1"/>
                    <a:pt x="71" y="20"/>
                    <a:pt x="54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54" y="204"/>
                    <a:pt x="81" y="231"/>
                  </a:cubicBezTo>
                  <a:cubicBezTo>
                    <a:pt x="1821" y="1248"/>
                    <a:pt x="2972" y="3175"/>
                    <a:pt x="2945" y="5022"/>
                  </a:cubicBezTo>
                  <a:cubicBezTo>
                    <a:pt x="2945" y="5076"/>
                    <a:pt x="2972" y="5129"/>
                    <a:pt x="2998" y="5156"/>
                  </a:cubicBezTo>
                  <a:cubicBezTo>
                    <a:pt x="4952" y="6119"/>
                    <a:pt x="6183" y="8073"/>
                    <a:pt x="6183" y="10268"/>
                  </a:cubicBezTo>
                  <a:cubicBezTo>
                    <a:pt x="6183" y="12436"/>
                    <a:pt x="4952" y="14390"/>
                    <a:pt x="2998" y="15354"/>
                  </a:cubicBezTo>
                  <a:cubicBezTo>
                    <a:pt x="2972" y="15380"/>
                    <a:pt x="2945" y="15461"/>
                    <a:pt x="2945" y="15487"/>
                  </a:cubicBezTo>
                  <a:cubicBezTo>
                    <a:pt x="2998" y="17334"/>
                    <a:pt x="1847" y="19235"/>
                    <a:pt x="108" y="20278"/>
                  </a:cubicBezTo>
                  <a:cubicBezTo>
                    <a:pt x="81" y="20278"/>
                    <a:pt x="27" y="20305"/>
                    <a:pt x="27" y="20359"/>
                  </a:cubicBezTo>
                  <a:cubicBezTo>
                    <a:pt x="27" y="20412"/>
                    <a:pt x="27" y="20466"/>
                    <a:pt x="81" y="20493"/>
                  </a:cubicBezTo>
                  <a:cubicBezTo>
                    <a:pt x="1821" y="21510"/>
                    <a:pt x="2891" y="23303"/>
                    <a:pt x="2945" y="25310"/>
                  </a:cubicBezTo>
                  <a:cubicBezTo>
                    <a:pt x="2945" y="25364"/>
                    <a:pt x="2972" y="25391"/>
                    <a:pt x="2998" y="25417"/>
                  </a:cubicBezTo>
                  <a:cubicBezTo>
                    <a:pt x="4952" y="26381"/>
                    <a:pt x="6183" y="28362"/>
                    <a:pt x="6183" y="30530"/>
                  </a:cubicBezTo>
                  <a:cubicBezTo>
                    <a:pt x="6183" y="32698"/>
                    <a:pt x="4952" y="34652"/>
                    <a:pt x="2998" y="35642"/>
                  </a:cubicBezTo>
                  <a:cubicBezTo>
                    <a:pt x="2972" y="35642"/>
                    <a:pt x="2945" y="35695"/>
                    <a:pt x="2945" y="35749"/>
                  </a:cubicBezTo>
                  <a:cubicBezTo>
                    <a:pt x="3105" y="37837"/>
                    <a:pt x="1633" y="39630"/>
                    <a:pt x="108" y="40540"/>
                  </a:cubicBezTo>
                  <a:cubicBezTo>
                    <a:pt x="81" y="40540"/>
                    <a:pt x="27" y="40594"/>
                    <a:pt x="27" y="40620"/>
                  </a:cubicBezTo>
                  <a:cubicBezTo>
                    <a:pt x="27" y="40674"/>
                    <a:pt x="27" y="40727"/>
                    <a:pt x="81" y="40754"/>
                  </a:cubicBezTo>
                  <a:cubicBezTo>
                    <a:pt x="1821" y="41771"/>
                    <a:pt x="2945" y="43645"/>
                    <a:pt x="2945" y="45545"/>
                  </a:cubicBezTo>
                  <a:cubicBezTo>
                    <a:pt x="2945" y="45545"/>
                    <a:pt x="2945" y="45545"/>
                    <a:pt x="2945" y="45572"/>
                  </a:cubicBezTo>
                  <a:cubicBezTo>
                    <a:pt x="2945" y="45626"/>
                    <a:pt x="2972" y="45652"/>
                    <a:pt x="2998" y="45679"/>
                  </a:cubicBezTo>
                  <a:cubicBezTo>
                    <a:pt x="4952" y="46669"/>
                    <a:pt x="6183" y="48623"/>
                    <a:pt x="6183" y="50791"/>
                  </a:cubicBezTo>
                  <a:cubicBezTo>
                    <a:pt x="6183" y="52959"/>
                    <a:pt x="4952" y="54913"/>
                    <a:pt x="2998" y="55904"/>
                  </a:cubicBezTo>
                  <a:cubicBezTo>
                    <a:pt x="2972" y="55930"/>
                    <a:pt x="2945" y="55957"/>
                    <a:pt x="2945" y="56011"/>
                  </a:cubicBezTo>
                  <a:cubicBezTo>
                    <a:pt x="2891" y="57991"/>
                    <a:pt x="1847" y="59785"/>
                    <a:pt x="108" y="60802"/>
                  </a:cubicBezTo>
                  <a:cubicBezTo>
                    <a:pt x="81" y="60828"/>
                    <a:pt x="27" y="60855"/>
                    <a:pt x="27" y="60882"/>
                  </a:cubicBezTo>
                  <a:cubicBezTo>
                    <a:pt x="27" y="60935"/>
                    <a:pt x="27" y="60989"/>
                    <a:pt x="81" y="61016"/>
                  </a:cubicBezTo>
                  <a:cubicBezTo>
                    <a:pt x="1821" y="62033"/>
                    <a:pt x="2891" y="63826"/>
                    <a:pt x="2945" y="65834"/>
                  </a:cubicBezTo>
                  <a:cubicBezTo>
                    <a:pt x="2945" y="65887"/>
                    <a:pt x="2972" y="65914"/>
                    <a:pt x="2998" y="65941"/>
                  </a:cubicBezTo>
                  <a:cubicBezTo>
                    <a:pt x="4952" y="66931"/>
                    <a:pt x="6183" y="68885"/>
                    <a:pt x="6183" y="71053"/>
                  </a:cubicBezTo>
                  <a:cubicBezTo>
                    <a:pt x="6183" y="73221"/>
                    <a:pt x="4952" y="75175"/>
                    <a:pt x="2998" y="76165"/>
                  </a:cubicBezTo>
                  <a:cubicBezTo>
                    <a:pt x="2972" y="76192"/>
                    <a:pt x="2945" y="76219"/>
                    <a:pt x="2945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7" y="81117"/>
                    <a:pt x="1" y="81197"/>
                    <a:pt x="54" y="81251"/>
                  </a:cubicBezTo>
                  <a:cubicBezTo>
                    <a:pt x="74" y="81290"/>
                    <a:pt x="122" y="81315"/>
                    <a:pt x="167" y="81315"/>
                  </a:cubicBezTo>
                  <a:cubicBezTo>
                    <a:pt x="184" y="81315"/>
                    <a:pt x="200" y="81311"/>
                    <a:pt x="215" y="81304"/>
                  </a:cubicBezTo>
                  <a:cubicBezTo>
                    <a:pt x="2008" y="80260"/>
                    <a:pt x="3105" y="78413"/>
                    <a:pt x="3186" y="76352"/>
                  </a:cubicBezTo>
                  <a:cubicBezTo>
                    <a:pt x="5193" y="75309"/>
                    <a:pt x="6424" y="73301"/>
                    <a:pt x="6424" y="71053"/>
                  </a:cubicBezTo>
                  <a:cubicBezTo>
                    <a:pt x="6424" y="68805"/>
                    <a:pt x="5193" y="66797"/>
                    <a:pt x="3186" y="65753"/>
                  </a:cubicBezTo>
                  <a:cubicBezTo>
                    <a:pt x="3132" y="63773"/>
                    <a:pt x="2088" y="61979"/>
                    <a:pt x="402" y="60909"/>
                  </a:cubicBezTo>
                  <a:cubicBezTo>
                    <a:pt x="2088" y="59865"/>
                    <a:pt x="3132" y="58072"/>
                    <a:pt x="3186" y="56091"/>
                  </a:cubicBezTo>
                  <a:cubicBezTo>
                    <a:pt x="5193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6" y="45492"/>
                  </a:cubicBezTo>
                  <a:cubicBezTo>
                    <a:pt x="3186" y="43591"/>
                    <a:pt x="2088" y="41718"/>
                    <a:pt x="402" y="40647"/>
                  </a:cubicBezTo>
                  <a:cubicBezTo>
                    <a:pt x="1901" y="39710"/>
                    <a:pt x="3320" y="37890"/>
                    <a:pt x="3186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93" y="26247"/>
                    <a:pt x="3186" y="25230"/>
                  </a:cubicBezTo>
                  <a:cubicBezTo>
                    <a:pt x="3105" y="23223"/>
                    <a:pt x="2062" y="21429"/>
                    <a:pt x="402" y="20386"/>
                  </a:cubicBezTo>
                  <a:cubicBezTo>
                    <a:pt x="2115" y="19315"/>
                    <a:pt x="3212" y="17415"/>
                    <a:pt x="3186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2008" y="1061"/>
                    <a:pt x="215" y="17"/>
                  </a:cubicBezTo>
                  <a:cubicBezTo>
                    <a:pt x="195" y="7"/>
                    <a:pt x="172" y="1"/>
                    <a:pt x="1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38"/>
            <p:cNvSpPr/>
            <p:nvPr/>
          </p:nvSpPr>
          <p:spPr>
            <a:xfrm>
              <a:off x="1607850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0" y="84"/>
                    <a:pt x="0" y="110"/>
                    <a:pt x="0" y="137"/>
                  </a:cubicBezTo>
                  <a:cubicBezTo>
                    <a:pt x="0" y="164"/>
                    <a:pt x="27" y="217"/>
                    <a:pt x="81" y="244"/>
                  </a:cubicBezTo>
                  <a:cubicBezTo>
                    <a:pt x="1820" y="1261"/>
                    <a:pt x="2944" y="3188"/>
                    <a:pt x="2918" y="5035"/>
                  </a:cubicBezTo>
                  <a:cubicBezTo>
                    <a:pt x="2918" y="5089"/>
                    <a:pt x="2944" y="5142"/>
                    <a:pt x="2998" y="5169"/>
                  </a:cubicBezTo>
                  <a:cubicBezTo>
                    <a:pt x="4952" y="6133"/>
                    <a:pt x="6156" y="8086"/>
                    <a:pt x="6156" y="10255"/>
                  </a:cubicBezTo>
                  <a:cubicBezTo>
                    <a:pt x="6156" y="12449"/>
                    <a:pt x="4952" y="14403"/>
                    <a:pt x="2998" y="15367"/>
                  </a:cubicBezTo>
                  <a:cubicBezTo>
                    <a:pt x="2944" y="15394"/>
                    <a:pt x="2918" y="15447"/>
                    <a:pt x="2918" y="15501"/>
                  </a:cubicBezTo>
                  <a:cubicBezTo>
                    <a:pt x="2971" y="17347"/>
                    <a:pt x="1847" y="19248"/>
                    <a:pt x="81" y="20292"/>
                  </a:cubicBezTo>
                  <a:cubicBezTo>
                    <a:pt x="54" y="20292"/>
                    <a:pt x="27" y="20318"/>
                    <a:pt x="0" y="20372"/>
                  </a:cubicBezTo>
                  <a:cubicBezTo>
                    <a:pt x="0" y="20425"/>
                    <a:pt x="27" y="20479"/>
                    <a:pt x="81" y="20506"/>
                  </a:cubicBezTo>
                  <a:cubicBezTo>
                    <a:pt x="1794" y="21496"/>
                    <a:pt x="2864" y="23316"/>
                    <a:pt x="2918" y="25324"/>
                  </a:cubicBezTo>
                  <a:cubicBezTo>
                    <a:pt x="2918" y="25350"/>
                    <a:pt x="2944" y="25404"/>
                    <a:pt x="2998" y="25431"/>
                  </a:cubicBezTo>
                  <a:cubicBezTo>
                    <a:pt x="4952" y="26394"/>
                    <a:pt x="6156" y="28348"/>
                    <a:pt x="6156" y="30543"/>
                  </a:cubicBezTo>
                  <a:cubicBezTo>
                    <a:pt x="6156" y="32711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18" y="35762"/>
                  </a:cubicBezTo>
                  <a:cubicBezTo>
                    <a:pt x="3078" y="37823"/>
                    <a:pt x="1633" y="39643"/>
                    <a:pt x="81" y="40553"/>
                  </a:cubicBezTo>
                  <a:cubicBezTo>
                    <a:pt x="54" y="40553"/>
                    <a:pt x="27" y="40580"/>
                    <a:pt x="0" y="40633"/>
                  </a:cubicBezTo>
                  <a:cubicBezTo>
                    <a:pt x="0" y="40687"/>
                    <a:pt x="27" y="40741"/>
                    <a:pt x="81" y="40767"/>
                  </a:cubicBezTo>
                  <a:cubicBezTo>
                    <a:pt x="1820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4" y="45665"/>
                    <a:pt x="2998" y="45692"/>
                  </a:cubicBezTo>
                  <a:cubicBezTo>
                    <a:pt x="4952" y="46656"/>
                    <a:pt x="6156" y="48636"/>
                    <a:pt x="6156" y="50804"/>
                  </a:cubicBezTo>
                  <a:cubicBezTo>
                    <a:pt x="6156" y="52972"/>
                    <a:pt x="4952" y="54926"/>
                    <a:pt x="2998" y="55917"/>
                  </a:cubicBezTo>
                  <a:cubicBezTo>
                    <a:pt x="2944" y="55917"/>
                    <a:pt x="2918" y="55970"/>
                    <a:pt x="2918" y="56024"/>
                  </a:cubicBezTo>
                  <a:cubicBezTo>
                    <a:pt x="2864" y="58004"/>
                    <a:pt x="1820" y="59798"/>
                    <a:pt x="81" y="60815"/>
                  </a:cubicBezTo>
                  <a:cubicBezTo>
                    <a:pt x="54" y="60815"/>
                    <a:pt x="27" y="60868"/>
                    <a:pt x="0" y="60895"/>
                  </a:cubicBezTo>
                  <a:cubicBezTo>
                    <a:pt x="0" y="60949"/>
                    <a:pt x="27" y="61002"/>
                    <a:pt x="81" y="61029"/>
                  </a:cubicBezTo>
                  <a:cubicBezTo>
                    <a:pt x="1820" y="62046"/>
                    <a:pt x="2864" y="63839"/>
                    <a:pt x="2918" y="65847"/>
                  </a:cubicBezTo>
                  <a:cubicBezTo>
                    <a:pt x="2918" y="65900"/>
                    <a:pt x="2944" y="65927"/>
                    <a:pt x="2998" y="65954"/>
                  </a:cubicBezTo>
                  <a:cubicBezTo>
                    <a:pt x="4952" y="66944"/>
                    <a:pt x="6156" y="68898"/>
                    <a:pt x="6156" y="71066"/>
                  </a:cubicBezTo>
                  <a:cubicBezTo>
                    <a:pt x="6156" y="73234"/>
                    <a:pt x="4952" y="75188"/>
                    <a:pt x="2998" y="76178"/>
                  </a:cubicBezTo>
                  <a:cubicBezTo>
                    <a:pt x="2944" y="76178"/>
                    <a:pt x="2918" y="76232"/>
                    <a:pt x="2918" y="76285"/>
                  </a:cubicBezTo>
                  <a:cubicBezTo>
                    <a:pt x="2864" y="78266"/>
                    <a:pt x="1820" y="80086"/>
                    <a:pt x="81" y="81076"/>
                  </a:cubicBezTo>
                  <a:cubicBezTo>
                    <a:pt x="27" y="81130"/>
                    <a:pt x="0" y="81183"/>
                    <a:pt x="27" y="81264"/>
                  </a:cubicBezTo>
                  <a:cubicBezTo>
                    <a:pt x="44" y="81297"/>
                    <a:pt x="81" y="81320"/>
                    <a:pt x="119" y="81320"/>
                  </a:cubicBezTo>
                  <a:cubicBezTo>
                    <a:pt x="143" y="81320"/>
                    <a:pt x="167" y="81311"/>
                    <a:pt x="188" y="81290"/>
                  </a:cubicBezTo>
                  <a:cubicBezTo>
                    <a:pt x="1981" y="80273"/>
                    <a:pt x="3105" y="78427"/>
                    <a:pt x="3185" y="76366"/>
                  </a:cubicBezTo>
                  <a:cubicBezTo>
                    <a:pt x="5166" y="75322"/>
                    <a:pt x="6397" y="73314"/>
                    <a:pt x="6397" y="71066"/>
                  </a:cubicBezTo>
                  <a:cubicBezTo>
                    <a:pt x="6397" y="68818"/>
                    <a:pt x="5166" y="66784"/>
                    <a:pt x="3185" y="65766"/>
                  </a:cubicBezTo>
                  <a:cubicBezTo>
                    <a:pt x="3105" y="63786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104"/>
                  </a:cubicBezTo>
                  <a:cubicBezTo>
                    <a:pt x="5166" y="55060"/>
                    <a:pt x="6397" y="53053"/>
                    <a:pt x="6397" y="50804"/>
                  </a:cubicBezTo>
                  <a:cubicBezTo>
                    <a:pt x="6397" y="48556"/>
                    <a:pt x="5166" y="46522"/>
                    <a:pt x="3185" y="45505"/>
                  </a:cubicBezTo>
                  <a:cubicBezTo>
                    <a:pt x="3159" y="43604"/>
                    <a:pt x="2061" y="41731"/>
                    <a:pt x="375" y="40660"/>
                  </a:cubicBezTo>
                  <a:cubicBezTo>
                    <a:pt x="1901" y="39723"/>
                    <a:pt x="3292" y="37877"/>
                    <a:pt x="3185" y="35816"/>
                  </a:cubicBezTo>
                  <a:cubicBezTo>
                    <a:pt x="5166" y="34799"/>
                    <a:pt x="6397" y="32764"/>
                    <a:pt x="6397" y="30543"/>
                  </a:cubicBezTo>
                  <a:cubicBezTo>
                    <a:pt x="6397" y="28295"/>
                    <a:pt x="5166" y="26260"/>
                    <a:pt x="3185" y="25243"/>
                  </a:cubicBezTo>
                  <a:cubicBezTo>
                    <a:pt x="3078" y="23236"/>
                    <a:pt x="2061" y="21443"/>
                    <a:pt x="375" y="20399"/>
                  </a:cubicBezTo>
                  <a:cubicBezTo>
                    <a:pt x="2061" y="19328"/>
                    <a:pt x="3185" y="17454"/>
                    <a:pt x="3185" y="15608"/>
                  </a:cubicBezTo>
                  <a:cubicBezTo>
                    <a:pt x="3185" y="15608"/>
                    <a:pt x="3185" y="15581"/>
                    <a:pt x="3185" y="15554"/>
                  </a:cubicBezTo>
                  <a:cubicBezTo>
                    <a:pt x="5166" y="14537"/>
                    <a:pt x="6397" y="12503"/>
                    <a:pt x="6397" y="10255"/>
                  </a:cubicBezTo>
                  <a:cubicBezTo>
                    <a:pt x="6397" y="8033"/>
                    <a:pt x="5166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1981" y="1074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38"/>
            <p:cNvSpPr/>
            <p:nvPr/>
          </p:nvSpPr>
          <p:spPr>
            <a:xfrm>
              <a:off x="1453950" y="8188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36" y="1"/>
                  </a:moveTo>
                  <a:cubicBezTo>
                    <a:pt x="95" y="1"/>
                    <a:pt x="61" y="20"/>
                    <a:pt x="27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27" y="204"/>
                    <a:pt x="80" y="231"/>
                  </a:cubicBezTo>
                  <a:cubicBezTo>
                    <a:pt x="1820" y="1248"/>
                    <a:pt x="2971" y="3175"/>
                    <a:pt x="2944" y="5022"/>
                  </a:cubicBezTo>
                  <a:cubicBezTo>
                    <a:pt x="2944" y="5076"/>
                    <a:pt x="2971" y="5129"/>
                    <a:pt x="2998" y="5156"/>
                  </a:cubicBezTo>
                  <a:cubicBezTo>
                    <a:pt x="4952" y="6119"/>
                    <a:pt x="6156" y="8073"/>
                    <a:pt x="6156" y="10268"/>
                  </a:cubicBezTo>
                  <a:cubicBezTo>
                    <a:pt x="6156" y="12436"/>
                    <a:pt x="4952" y="14390"/>
                    <a:pt x="2998" y="15354"/>
                  </a:cubicBezTo>
                  <a:cubicBezTo>
                    <a:pt x="2971" y="15380"/>
                    <a:pt x="2944" y="15434"/>
                    <a:pt x="2944" y="15487"/>
                  </a:cubicBezTo>
                  <a:cubicBezTo>
                    <a:pt x="2944" y="15514"/>
                    <a:pt x="2944" y="15568"/>
                    <a:pt x="2944" y="15595"/>
                  </a:cubicBezTo>
                  <a:cubicBezTo>
                    <a:pt x="2944" y="17415"/>
                    <a:pt x="1820" y="19261"/>
                    <a:pt x="107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0" y="20412"/>
                    <a:pt x="27" y="20466"/>
                    <a:pt x="80" y="20493"/>
                  </a:cubicBezTo>
                  <a:cubicBezTo>
                    <a:pt x="1793" y="21510"/>
                    <a:pt x="2864" y="23303"/>
                    <a:pt x="2944" y="25310"/>
                  </a:cubicBezTo>
                  <a:cubicBezTo>
                    <a:pt x="2944" y="25364"/>
                    <a:pt x="2971" y="25391"/>
                    <a:pt x="2998" y="25417"/>
                  </a:cubicBezTo>
                  <a:cubicBezTo>
                    <a:pt x="4952" y="26381"/>
                    <a:pt x="6156" y="28362"/>
                    <a:pt x="6156" y="30530"/>
                  </a:cubicBezTo>
                  <a:cubicBezTo>
                    <a:pt x="6156" y="32698"/>
                    <a:pt x="4952" y="34652"/>
                    <a:pt x="2998" y="35642"/>
                  </a:cubicBezTo>
                  <a:cubicBezTo>
                    <a:pt x="2944" y="35642"/>
                    <a:pt x="2918" y="35695"/>
                    <a:pt x="2944" y="35749"/>
                  </a:cubicBezTo>
                  <a:cubicBezTo>
                    <a:pt x="3105" y="37837"/>
                    <a:pt x="1633" y="39630"/>
                    <a:pt x="107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0" y="40674"/>
                    <a:pt x="27" y="40727"/>
                    <a:pt x="80" y="40754"/>
                  </a:cubicBezTo>
                  <a:cubicBezTo>
                    <a:pt x="1820" y="41771"/>
                    <a:pt x="2944" y="43645"/>
                    <a:pt x="2944" y="45545"/>
                  </a:cubicBezTo>
                  <a:cubicBezTo>
                    <a:pt x="2944" y="45545"/>
                    <a:pt x="2944" y="45572"/>
                    <a:pt x="2944" y="45572"/>
                  </a:cubicBezTo>
                  <a:cubicBezTo>
                    <a:pt x="2944" y="45626"/>
                    <a:pt x="2971" y="45652"/>
                    <a:pt x="2998" y="45679"/>
                  </a:cubicBezTo>
                  <a:cubicBezTo>
                    <a:pt x="4952" y="46669"/>
                    <a:pt x="6156" y="48623"/>
                    <a:pt x="6156" y="50791"/>
                  </a:cubicBezTo>
                  <a:cubicBezTo>
                    <a:pt x="6156" y="52959"/>
                    <a:pt x="4952" y="54913"/>
                    <a:pt x="2998" y="55904"/>
                  </a:cubicBezTo>
                  <a:cubicBezTo>
                    <a:pt x="2971" y="55930"/>
                    <a:pt x="2944" y="55957"/>
                    <a:pt x="2944" y="56011"/>
                  </a:cubicBezTo>
                  <a:cubicBezTo>
                    <a:pt x="2891" y="57991"/>
                    <a:pt x="1820" y="59785"/>
                    <a:pt x="107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0" y="60935"/>
                    <a:pt x="27" y="60989"/>
                    <a:pt x="80" y="61016"/>
                  </a:cubicBezTo>
                  <a:cubicBezTo>
                    <a:pt x="1820" y="62033"/>
                    <a:pt x="2891" y="63826"/>
                    <a:pt x="2944" y="65834"/>
                  </a:cubicBezTo>
                  <a:cubicBezTo>
                    <a:pt x="2944" y="65887"/>
                    <a:pt x="2971" y="65914"/>
                    <a:pt x="2998" y="65941"/>
                  </a:cubicBezTo>
                  <a:cubicBezTo>
                    <a:pt x="4952" y="66931"/>
                    <a:pt x="6156" y="68885"/>
                    <a:pt x="6156" y="71053"/>
                  </a:cubicBezTo>
                  <a:cubicBezTo>
                    <a:pt x="6156" y="73221"/>
                    <a:pt x="4952" y="75175"/>
                    <a:pt x="2998" y="76165"/>
                  </a:cubicBezTo>
                  <a:cubicBezTo>
                    <a:pt x="2971" y="76192"/>
                    <a:pt x="2944" y="76219"/>
                    <a:pt x="2944" y="76272"/>
                  </a:cubicBezTo>
                  <a:cubicBezTo>
                    <a:pt x="2891" y="78280"/>
                    <a:pt x="1820" y="80073"/>
                    <a:pt x="80" y="81090"/>
                  </a:cubicBezTo>
                  <a:cubicBezTo>
                    <a:pt x="27" y="81117"/>
                    <a:pt x="0" y="81197"/>
                    <a:pt x="27" y="81251"/>
                  </a:cubicBezTo>
                  <a:cubicBezTo>
                    <a:pt x="66" y="81290"/>
                    <a:pt x="120" y="81315"/>
                    <a:pt x="167" y="81315"/>
                  </a:cubicBezTo>
                  <a:cubicBezTo>
                    <a:pt x="184" y="81315"/>
                    <a:pt x="200" y="81311"/>
                    <a:pt x="214" y="81304"/>
                  </a:cubicBezTo>
                  <a:cubicBezTo>
                    <a:pt x="2008" y="80260"/>
                    <a:pt x="3105" y="78413"/>
                    <a:pt x="3185" y="76352"/>
                  </a:cubicBezTo>
                  <a:cubicBezTo>
                    <a:pt x="5166" y="75309"/>
                    <a:pt x="6424" y="73301"/>
                    <a:pt x="6424" y="71053"/>
                  </a:cubicBezTo>
                  <a:cubicBezTo>
                    <a:pt x="6424" y="68805"/>
                    <a:pt x="5166" y="66797"/>
                    <a:pt x="3185" y="65753"/>
                  </a:cubicBezTo>
                  <a:cubicBezTo>
                    <a:pt x="3105" y="63773"/>
                    <a:pt x="2061" y="61979"/>
                    <a:pt x="375" y="60909"/>
                  </a:cubicBezTo>
                  <a:cubicBezTo>
                    <a:pt x="2061" y="59865"/>
                    <a:pt x="3105" y="58072"/>
                    <a:pt x="3185" y="56091"/>
                  </a:cubicBezTo>
                  <a:cubicBezTo>
                    <a:pt x="5166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5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319" y="37890"/>
                    <a:pt x="3185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66" y="26247"/>
                    <a:pt x="3185" y="25230"/>
                  </a:cubicBezTo>
                  <a:cubicBezTo>
                    <a:pt x="3105" y="23223"/>
                    <a:pt x="2061" y="21429"/>
                    <a:pt x="375" y="20386"/>
                  </a:cubicBezTo>
                  <a:cubicBezTo>
                    <a:pt x="2088" y="19315"/>
                    <a:pt x="3185" y="17441"/>
                    <a:pt x="3185" y="15595"/>
                  </a:cubicBezTo>
                  <a:cubicBezTo>
                    <a:pt x="3185" y="15595"/>
                    <a:pt x="3185" y="15568"/>
                    <a:pt x="3185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5" y="4969"/>
                  </a:cubicBezTo>
                  <a:cubicBezTo>
                    <a:pt x="3185" y="3041"/>
                    <a:pt x="2008" y="1061"/>
                    <a:pt x="214" y="17"/>
                  </a:cubicBezTo>
                  <a:cubicBezTo>
                    <a:pt x="185" y="7"/>
                    <a:pt x="159" y="1"/>
                    <a:pt x="1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38"/>
            <p:cNvSpPr/>
            <p:nvPr/>
          </p:nvSpPr>
          <p:spPr>
            <a:xfrm>
              <a:off x="1300050" y="566950"/>
              <a:ext cx="160600" cy="2033000"/>
            </a:xfrm>
            <a:custGeom>
              <a:avLst/>
              <a:gdLst/>
              <a:ahLst/>
              <a:cxnLst/>
              <a:rect l="l" t="t" r="r" b="b"/>
              <a:pathLst>
                <a:path w="6424" h="81320" extrusionOk="0">
                  <a:moveTo>
                    <a:pt x="146" y="1"/>
                  </a:moveTo>
                  <a:cubicBezTo>
                    <a:pt x="107" y="1"/>
                    <a:pt x="70" y="24"/>
                    <a:pt x="54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0" y="244"/>
                  </a:cubicBezTo>
                  <a:cubicBezTo>
                    <a:pt x="1820" y="1261"/>
                    <a:pt x="2971" y="3188"/>
                    <a:pt x="2944" y="5035"/>
                  </a:cubicBezTo>
                  <a:cubicBezTo>
                    <a:pt x="2944" y="5089"/>
                    <a:pt x="2971" y="5142"/>
                    <a:pt x="3025" y="5169"/>
                  </a:cubicBezTo>
                  <a:cubicBezTo>
                    <a:pt x="4952" y="6133"/>
                    <a:pt x="6183" y="8086"/>
                    <a:pt x="6183" y="10255"/>
                  </a:cubicBezTo>
                  <a:cubicBezTo>
                    <a:pt x="6183" y="12449"/>
                    <a:pt x="4952" y="14403"/>
                    <a:pt x="3025" y="15367"/>
                  </a:cubicBezTo>
                  <a:cubicBezTo>
                    <a:pt x="2971" y="15394"/>
                    <a:pt x="2944" y="15447"/>
                    <a:pt x="2944" y="15501"/>
                  </a:cubicBezTo>
                  <a:cubicBezTo>
                    <a:pt x="2998" y="17321"/>
                    <a:pt x="1847" y="19248"/>
                    <a:pt x="107" y="20292"/>
                  </a:cubicBezTo>
                  <a:cubicBezTo>
                    <a:pt x="80" y="20292"/>
                    <a:pt x="54" y="20318"/>
                    <a:pt x="27" y="20372"/>
                  </a:cubicBezTo>
                  <a:cubicBezTo>
                    <a:pt x="27" y="20425"/>
                    <a:pt x="27" y="20479"/>
                    <a:pt x="80" y="20506"/>
                  </a:cubicBezTo>
                  <a:cubicBezTo>
                    <a:pt x="1820" y="21496"/>
                    <a:pt x="2891" y="23316"/>
                    <a:pt x="2944" y="25324"/>
                  </a:cubicBezTo>
                  <a:cubicBezTo>
                    <a:pt x="2944" y="25350"/>
                    <a:pt x="2971" y="25404"/>
                    <a:pt x="3025" y="25431"/>
                  </a:cubicBezTo>
                  <a:cubicBezTo>
                    <a:pt x="4952" y="26394"/>
                    <a:pt x="6183" y="28348"/>
                    <a:pt x="6183" y="30543"/>
                  </a:cubicBezTo>
                  <a:cubicBezTo>
                    <a:pt x="6183" y="32711"/>
                    <a:pt x="4952" y="34665"/>
                    <a:pt x="3025" y="35628"/>
                  </a:cubicBezTo>
                  <a:cubicBezTo>
                    <a:pt x="2971" y="35655"/>
                    <a:pt x="2944" y="35709"/>
                    <a:pt x="2944" y="35762"/>
                  </a:cubicBezTo>
                  <a:cubicBezTo>
                    <a:pt x="3105" y="37823"/>
                    <a:pt x="1633" y="39643"/>
                    <a:pt x="107" y="40553"/>
                  </a:cubicBezTo>
                  <a:cubicBezTo>
                    <a:pt x="80" y="40553"/>
                    <a:pt x="54" y="40580"/>
                    <a:pt x="27" y="40633"/>
                  </a:cubicBezTo>
                  <a:cubicBezTo>
                    <a:pt x="27" y="40687"/>
                    <a:pt x="27" y="40741"/>
                    <a:pt x="80" y="40767"/>
                  </a:cubicBezTo>
                  <a:cubicBezTo>
                    <a:pt x="1820" y="41784"/>
                    <a:pt x="2944" y="43658"/>
                    <a:pt x="2944" y="45532"/>
                  </a:cubicBezTo>
                  <a:cubicBezTo>
                    <a:pt x="2944" y="45558"/>
                    <a:pt x="2944" y="45558"/>
                    <a:pt x="2944" y="45585"/>
                  </a:cubicBezTo>
                  <a:cubicBezTo>
                    <a:pt x="2944" y="45612"/>
                    <a:pt x="2971" y="45665"/>
                    <a:pt x="3025" y="45692"/>
                  </a:cubicBezTo>
                  <a:cubicBezTo>
                    <a:pt x="4952" y="46656"/>
                    <a:pt x="6183" y="48636"/>
                    <a:pt x="6183" y="50804"/>
                  </a:cubicBezTo>
                  <a:cubicBezTo>
                    <a:pt x="6183" y="52972"/>
                    <a:pt x="4952" y="54926"/>
                    <a:pt x="3025" y="55917"/>
                  </a:cubicBezTo>
                  <a:cubicBezTo>
                    <a:pt x="2971" y="55917"/>
                    <a:pt x="2944" y="55970"/>
                    <a:pt x="2944" y="56024"/>
                  </a:cubicBezTo>
                  <a:cubicBezTo>
                    <a:pt x="2891" y="58004"/>
                    <a:pt x="1847" y="59798"/>
                    <a:pt x="107" y="60815"/>
                  </a:cubicBezTo>
                  <a:cubicBezTo>
                    <a:pt x="80" y="60815"/>
                    <a:pt x="54" y="60868"/>
                    <a:pt x="27" y="60895"/>
                  </a:cubicBezTo>
                  <a:cubicBezTo>
                    <a:pt x="27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900"/>
                    <a:pt x="2971" y="65927"/>
                    <a:pt x="3025" y="65954"/>
                  </a:cubicBezTo>
                  <a:cubicBezTo>
                    <a:pt x="4952" y="66944"/>
                    <a:pt x="6183" y="68898"/>
                    <a:pt x="6183" y="71066"/>
                  </a:cubicBezTo>
                  <a:cubicBezTo>
                    <a:pt x="6183" y="73234"/>
                    <a:pt x="4952" y="75188"/>
                    <a:pt x="3025" y="76178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86"/>
                    <a:pt x="80" y="81076"/>
                  </a:cubicBezTo>
                  <a:cubicBezTo>
                    <a:pt x="27" y="81130"/>
                    <a:pt x="0" y="81183"/>
                    <a:pt x="54" y="81264"/>
                  </a:cubicBezTo>
                  <a:cubicBezTo>
                    <a:pt x="70" y="81297"/>
                    <a:pt x="107" y="81320"/>
                    <a:pt x="146" y="81320"/>
                  </a:cubicBezTo>
                  <a:cubicBezTo>
                    <a:pt x="169" y="81320"/>
                    <a:pt x="194" y="81311"/>
                    <a:pt x="214" y="81290"/>
                  </a:cubicBezTo>
                  <a:cubicBezTo>
                    <a:pt x="2007" y="80273"/>
                    <a:pt x="3105" y="78427"/>
                    <a:pt x="3185" y="76366"/>
                  </a:cubicBezTo>
                  <a:cubicBezTo>
                    <a:pt x="5193" y="75322"/>
                    <a:pt x="6424" y="73314"/>
                    <a:pt x="6424" y="71066"/>
                  </a:cubicBezTo>
                  <a:cubicBezTo>
                    <a:pt x="6424" y="68818"/>
                    <a:pt x="5193" y="66784"/>
                    <a:pt x="3185" y="65766"/>
                  </a:cubicBezTo>
                  <a:cubicBezTo>
                    <a:pt x="3132" y="63786"/>
                    <a:pt x="2088" y="61992"/>
                    <a:pt x="402" y="60922"/>
                  </a:cubicBezTo>
                  <a:cubicBezTo>
                    <a:pt x="2088" y="59878"/>
                    <a:pt x="3132" y="58085"/>
                    <a:pt x="3185" y="56104"/>
                  </a:cubicBezTo>
                  <a:cubicBezTo>
                    <a:pt x="5193" y="55060"/>
                    <a:pt x="6424" y="53053"/>
                    <a:pt x="6424" y="50804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85" y="43604"/>
                    <a:pt x="2088" y="41731"/>
                    <a:pt x="402" y="40660"/>
                  </a:cubicBezTo>
                  <a:cubicBezTo>
                    <a:pt x="1927" y="39723"/>
                    <a:pt x="3319" y="37903"/>
                    <a:pt x="3212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93" y="26260"/>
                    <a:pt x="3185" y="25243"/>
                  </a:cubicBezTo>
                  <a:cubicBezTo>
                    <a:pt x="3105" y="23236"/>
                    <a:pt x="2061" y="21443"/>
                    <a:pt x="402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608"/>
                    <a:pt x="3185" y="15581"/>
                    <a:pt x="3185" y="15554"/>
                  </a:cubicBezTo>
                  <a:cubicBezTo>
                    <a:pt x="5193" y="14537"/>
                    <a:pt x="6424" y="12503"/>
                    <a:pt x="6424" y="10255"/>
                  </a:cubicBezTo>
                  <a:cubicBezTo>
                    <a:pt x="6424" y="8033"/>
                    <a:pt x="5193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2007" y="1074"/>
                    <a:pt x="214" y="30"/>
                  </a:cubicBezTo>
                  <a:cubicBezTo>
                    <a:pt x="194" y="10"/>
                    <a:pt x="169" y="1"/>
                    <a:pt x="1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38"/>
            <p:cNvSpPr/>
            <p:nvPr/>
          </p:nvSpPr>
          <p:spPr>
            <a:xfrm>
              <a:off x="1146800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3" y="1"/>
                  </a:moveTo>
                  <a:cubicBezTo>
                    <a:pt x="83" y="1"/>
                    <a:pt x="44" y="20"/>
                    <a:pt x="28" y="70"/>
                  </a:cubicBezTo>
                  <a:cubicBezTo>
                    <a:pt x="28" y="70"/>
                    <a:pt x="1" y="97"/>
                    <a:pt x="1" y="124"/>
                  </a:cubicBezTo>
                  <a:cubicBezTo>
                    <a:pt x="1" y="178"/>
                    <a:pt x="28" y="204"/>
                    <a:pt x="81" y="231"/>
                  </a:cubicBezTo>
                  <a:cubicBezTo>
                    <a:pt x="1821" y="1248"/>
                    <a:pt x="2972" y="3175"/>
                    <a:pt x="2918" y="5022"/>
                  </a:cubicBezTo>
                  <a:cubicBezTo>
                    <a:pt x="2918" y="5076"/>
                    <a:pt x="2945" y="5129"/>
                    <a:pt x="2998" y="5156"/>
                  </a:cubicBezTo>
                  <a:cubicBezTo>
                    <a:pt x="4952" y="6119"/>
                    <a:pt x="6157" y="8073"/>
                    <a:pt x="6157" y="10268"/>
                  </a:cubicBezTo>
                  <a:cubicBezTo>
                    <a:pt x="6157" y="12436"/>
                    <a:pt x="4952" y="14390"/>
                    <a:pt x="2998" y="15354"/>
                  </a:cubicBezTo>
                  <a:cubicBezTo>
                    <a:pt x="2945" y="15380"/>
                    <a:pt x="2918" y="15434"/>
                    <a:pt x="2918" y="15487"/>
                  </a:cubicBezTo>
                  <a:cubicBezTo>
                    <a:pt x="2998" y="17334"/>
                    <a:pt x="1848" y="19235"/>
                    <a:pt x="81" y="20278"/>
                  </a:cubicBezTo>
                  <a:cubicBezTo>
                    <a:pt x="54" y="20278"/>
                    <a:pt x="28" y="20305"/>
                    <a:pt x="1" y="20359"/>
                  </a:cubicBezTo>
                  <a:cubicBezTo>
                    <a:pt x="1" y="20412"/>
                    <a:pt x="28" y="20466"/>
                    <a:pt x="81" y="20493"/>
                  </a:cubicBezTo>
                  <a:cubicBezTo>
                    <a:pt x="1794" y="21510"/>
                    <a:pt x="2865" y="23303"/>
                    <a:pt x="2918" y="25310"/>
                  </a:cubicBezTo>
                  <a:cubicBezTo>
                    <a:pt x="2918" y="25364"/>
                    <a:pt x="2945" y="25391"/>
                    <a:pt x="2998" y="25417"/>
                  </a:cubicBezTo>
                  <a:cubicBezTo>
                    <a:pt x="4952" y="26381"/>
                    <a:pt x="6157" y="28362"/>
                    <a:pt x="6157" y="30530"/>
                  </a:cubicBezTo>
                  <a:cubicBezTo>
                    <a:pt x="6157" y="32698"/>
                    <a:pt x="4952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079" y="37837"/>
                    <a:pt x="1633" y="39630"/>
                    <a:pt x="81" y="40540"/>
                  </a:cubicBezTo>
                  <a:cubicBezTo>
                    <a:pt x="54" y="40540"/>
                    <a:pt x="28" y="40594"/>
                    <a:pt x="1" y="40620"/>
                  </a:cubicBezTo>
                  <a:cubicBezTo>
                    <a:pt x="1" y="40674"/>
                    <a:pt x="28" y="40727"/>
                    <a:pt x="81" y="40754"/>
                  </a:cubicBezTo>
                  <a:cubicBezTo>
                    <a:pt x="1821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52" y="46669"/>
                    <a:pt x="6157" y="48623"/>
                    <a:pt x="6157" y="50791"/>
                  </a:cubicBezTo>
                  <a:cubicBezTo>
                    <a:pt x="6157" y="52959"/>
                    <a:pt x="4952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91" y="57991"/>
                    <a:pt x="1821" y="59785"/>
                    <a:pt x="81" y="60802"/>
                  </a:cubicBezTo>
                  <a:cubicBezTo>
                    <a:pt x="54" y="60828"/>
                    <a:pt x="28" y="60855"/>
                    <a:pt x="1" y="60882"/>
                  </a:cubicBezTo>
                  <a:cubicBezTo>
                    <a:pt x="1" y="60935"/>
                    <a:pt x="28" y="60989"/>
                    <a:pt x="81" y="61016"/>
                  </a:cubicBezTo>
                  <a:cubicBezTo>
                    <a:pt x="1821" y="62033"/>
                    <a:pt x="2891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52" y="66931"/>
                    <a:pt x="6157" y="68885"/>
                    <a:pt x="6157" y="71053"/>
                  </a:cubicBezTo>
                  <a:cubicBezTo>
                    <a:pt x="6157" y="73221"/>
                    <a:pt x="4952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8" y="81117"/>
                    <a:pt x="1" y="81197"/>
                    <a:pt x="28" y="81251"/>
                  </a:cubicBezTo>
                  <a:cubicBezTo>
                    <a:pt x="47" y="81290"/>
                    <a:pt x="95" y="81315"/>
                    <a:pt x="151" y="81315"/>
                  </a:cubicBezTo>
                  <a:cubicBezTo>
                    <a:pt x="172" y="81315"/>
                    <a:pt x="193" y="81311"/>
                    <a:pt x="215" y="81304"/>
                  </a:cubicBezTo>
                  <a:cubicBezTo>
                    <a:pt x="1981" y="80260"/>
                    <a:pt x="3106" y="78413"/>
                    <a:pt x="3186" y="76352"/>
                  </a:cubicBezTo>
                  <a:cubicBezTo>
                    <a:pt x="5167" y="75309"/>
                    <a:pt x="6398" y="73301"/>
                    <a:pt x="6398" y="71053"/>
                  </a:cubicBezTo>
                  <a:cubicBezTo>
                    <a:pt x="6398" y="68805"/>
                    <a:pt x="5167" y="66797"/>
                    <a:pt x="3186" y="65753"/>
                  </a:cubicBezTo>
                  <a:cubicBezTo>
                    <a:pt x="3106" y="63773"/>
                    <a:pt x="2062" y="61979"/>
                    <a:pt x="375" y="60909"/>
                  </a:cubicBezTo>
                  <a:cubicBezTo>
                    <a:pt x="2062" y="59865"/>
                    <a:pt x="3106" y="58072"/>
                    <a:pt x="3186" y="56091"/>
                  </a:cubicBezTo>
                  <a:cubicBezTo>
                    <a:pt x="5167" y="55047"/>
                    <a:pt x="6398" y="53040"/>
                    <a:pt x="6398" y="50791"/>
                  </a:cubicBezTo>
                  <a:cubicBezTo>
                    <a:pt x="6398" y="48543"/>
                    <a:pt x="5167" y="46536"/>
                    <a:pt x="3186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293" y="37890"/>
                    <a:pt x="3186" y="35829"/>
                  </a:cubicBezTo>
                  <a:cubicBezTo>
                    <a:pt x="5167" y="34785"/>
                    <a:pt x="6398" y="32751"/>
                    <a:pt x="6398" y="30530"/>
                  </a:cubicBezTo>
                  <a:cubicBezTo>
                    <a:pt x="6398" y="28281"/>
                    <a:pt x="5167" y="26247"/>
                    <a:pt x="3186" y="25230"/>
                  </a:cubicBezTo>
                  <a:cubicBezTo>
                    <a:pt x="3079" y="23223"/>
                    <a:pt x="2062" y="21429"/>
                    <a:pt x="375" y="20386"/>
                  </a:cubicBezTo>
                  <a:cubicBezTo>
                    <a:pt x="2088" y="19315"/>
                    <a:pt x="3186" y="17415"/>
                    <a:pt x="3186" y="15541"/>
                  </a:cubicBezTo>
                  <a:cubicBezTo>
                    <a:pt x="5167" y="14524"/>
                    <a:pt x="6398" y="12490"/>
                    <a:pt x="6398" y="10268"/>
                  </a:cubicBezTo>
                  <a:cubicBezTo>
                    <a:pt x="6398" y="8020"/>
                    <a:pt x="5167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1981" y="1061"/>
                    <a:pt x="188" y="17"/>
                  </a:cubicBezTo>
                  <a:cubicBezTo>
                    <a:pt x="169" y="7"/>
                    <a:pt x="145" y="1"/>
                    <a:pt x="1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38"/>
            <p:cNvSpPr/>
            <p:nvPr/>
          </p:nvSpPr>
          <p:spPr>
            <a:xfrm>
              <a:off x="992900" y="566950"/>
              <a:ext cx="160625" cy="2033000"/>
            </a:xfrm>
            <a:custGeom>
              <a:avLst/>
              <a:gdLst/>
              <a:ahLst/>
              <a:cxnLst/>
              <a:rect l="l" t="t" r="r" b="b"/>
              <a:pathLst>
                <a:path w="6425" h="81320" extrusionOk="0">
                  <a:moveTo>
                    <a:pt x="145" y="1"/>
                  </a:moveTo>
                  <a:cubicBezTo>
                    <a:pt x="104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1" y="244"/>
                  </a:cubicBezTo>
                  <a:cubicBezTo>
                    <a:pt x="1821" y="1261"/>
                    <a:pt x="2972" y="3188"/>
                    <a:pt x="2945" y="5035"/>
                  </a:cubicBezTo>
                  <a:cubicBezTo>
                    <a:pt x="2945" y="5089"/>
                    <a:pt x="2972" y="5142"/>
                    <a:pt x="2998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8" y="15367"/>
                  </a:cubicBezTo>
                  <a:cubicBezTo>
                    <a:pt x="2972" y="15394"/>
                    <a:pt x="2945" y="15447"/>
                    <a:pt x="2945" y="15501"/>
                  </a:cubicBezTo>
                  <a:cubicBezTo>
                    <a:pt x="2998" y="17347"/>
                    <a:pt x="1847" y="19248"/>
                    <a:pt x="108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289"/>
                    <a:pt x="2945" y="25324"/>
                  </a:cubicBezTo>
                  <a:cubicBezTo>
                    <a:pt x="2945" y="25350"/>
                    <a:pt x="2972" y="25404"/>
                    <a:pt x="2998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8" y="35628"/>
                  </a:cubicBezTo>
                  <a:cubicBezTo>
                    <a:pt x="2972" y="35655"/>
                    <a:pt x="2945" y="35709"/>
                    <a:pt x="2945" y="35762"/>
                  </a:cubicBezTo>
                  <a:cubicBezTo>
                    <a:pt x="3105" y="37823"/>
                    <a:pt x="1633" y="39643"/>
                    <a:pt x="108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45" y="43658"/>
                    <a:pt x="2945" y="45532"/>
                  </a:cubicBezTo>
                  <a:cubicBezTo>
                    <a:pt x="2945" y="45558"/>
                    <a:pt x="2945" y="45558"/>
                    <a:pt x="2945" y="45585"/>
                  </a:cubicBez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8" y="55917"/>
                  </a:cubicBezTo>
                  <a:cubicBezTo>
                    <a:pt x="2972" y="55917"/>
                    <a:pt x="2945" y="55970"/>
                    <a:pt x="2945" y="56024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900"/>
                    <a:pt x="2972" y="65927"/>
                    <a:pt x="2998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8" y="76178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86"/>
                    <a:pt x="81" y="81076"/>
                  </a:cubicBezTo>
                  <a:cubicBezTo>
                    <a:pt x="27" y="81130"/>
                    <a:pt x="1" y="81183"/>
                    <a:pt x="27" y="81264"/>
                  </a:cubicBezTo>
                  <a:cubicBezTo>
                    <a:pt x="60" y="81297"/>
                    <a:pt x="104" y="81320"/>
                    <a:pt x="145" y="81320"/>
                  </a:cubicBezTo>
                  <a:cubicBezTo>
                    <a:pt x="170" y="81320"/>
                    <a:pt x="194" y="81311"/>
                    <a:pt x="215" y="81290"/>
                  </a:cubicBezTo>
                  <a:cubicBezTo>
                    <a:pt x="2008" y="80273"/>
                    <a:pt x="3105" y="78427"/>
                    <a:pt x="3186" y="76366"/>
                  </a:cubicBezTo>
                  <a:cubicBezTo>
                    <a:pt x="5193" y="75322"/>
                    <a:pt x="6424" y="73314"/>
                    <a:pt x="6424" y="71066"/>
                  </a:cubicBezTo>
                  <a:cubicBezTo>
                    <a:pt x="6424" y="68818"/>
                    <a:pt x="5193" y="66784"/>
                    <a:pt x="3186" y="65766"/>
                  </a:cubicBezTo>
                  <a:cubicBezTo>
                    <a:pt x="3105" y="63786"/>
                    <a:pt x="2088" y="61992"/>
                    <a:pt x="402" y="60922"/>
                  </a:cubicBezTo>
                  <a:cubicBezTo>
                    <a:pt x="2088" y="59878"/>
                    <a:pt x="3105" y="58085"/>
                    <a:pt x="3186" y="56104"/>
                  </a:cubicBezTo>
                  <a:cubicBezTo>
                    <a:pt x="5193" y="55060"/>
                    <a:pt x="6424" y="53053"/>
                    <a:pt x="6424" y="50804"/>
                  </a:cubicBezTo>
                  <a:cubicBezTo>
                    <a:pt x="6424" y="48556"/>
                    <a:pt x="5193" y="46522"/>
                    <a:pt x="3186" y="45505"/>
                  </a:cubicBezTo>
                  <a:cubicBezTo>
                    <a:pt x="3159" y="43604"/>
                    <a:pt x="2088" y="41731"/>
                    <a:pt x="402" y="40660"/>
                  </a:cubicBezTo>
                  <a:cubicBezTo>
                    <a:pt x="1901" y="39723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93" y="26260"/>
                    <a:pt x="3186" y="25243"/>
                  </a:cubicBezTo>
                  <a:cubicBezTo>
                    <a:pt x="3105" y="23236"/>
                    <a:pt x="2062" y="21443"/>
                    <a:pt x="402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608"/>
                    <a:pt x="3186" y="15581"/>
                    <a:pt x="3186" y="15554"/>
                  </a:cubicBezTo>
                  <a:cubicBezTo>
                    <a:pt x="5193" y="14537"/>
                    <a:pt x="6424" y="12503"/>
                    <a:pt x="6424" y="10255"/>
                  </a:cubicBezTo>
                  <a:cubicBezTo>
                    <a:pt x="6424" y="8033"/>
                    <a:pt x="5193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2008" y="1074"/>
                    <a:pt x="215" y="30"/>
                  </a:cubicBezTo>
                  <a:cubicBezTo>
                    <a:pt x="194" y="10"/>
                    <a:pt x="170" y="1"/>
                    <a:pt x="1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38"/>
            <p:cNvSpPr/>
            <p:nvPr/>
          </p:nvSpPr>
          <p:spPr>
            <a:xfrm>
              <a:off x="839675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2" y="1"/>
                  </a:moveTo>
                  <a:cubicBezTo>
                    <a:pt x="83" y="1"/>
                    <a:pt x="44" y="20"/>
                    <a:pt x="27" y="70"/>
                  </a:cubicBezTo>
                  <a:cubicBezTo>
                    <a:pt x="0" y="70"/>
                    <a:pt x="0" y="97"/>
                    <a:pt x="0" y="124"/>
                  </a:cubicBezTo>
                  <a:cubicBezTo>
                    <a:pt x="0" y="178"/>
                    <a:pt x="27" y="204"/>
                    <a:pt x="54" y="231"/>
                  </a:cubicBezTo>
                  <a:cubicBezTo>
                    <a:pt x="1794" y="1248"/>
                    <a:pt x="2971" y="3175"/>
                    <a:pt x="2918" y="5022"/>
                  </a:cubicBezTo>
                  <a:cubicBezTo>
                    <a:pt x="2918" y="5076"/>
                    <a:pt x="2945" y="5129"/>
                    <a:pt x="2998" y="5156"/>
                  </a:cubicBezTo>
                  <a:cubicBezTo>
                    <a:pt x="4925" y="6119"/>
                    <a:pt x="6156" y="8073"/>
                    <a:pt x="6156" y="10268"/>
                  </a:cubicBezTo>
                  <a:cubicBezTo>
                    <a:pt x="6156" y="12436"/>
                    <a:pt x="4925" y="14390"/>
                    <a:pt x="2998" y="15354"/>
                  </a:cubicBezTo>
                  <a:cubicBezTo>
                    <a:pt x="2945" y="15380"/>
                    <a:pt x="2918" y="15434"/>
                    <a:pt x="2918" y="15487"/>
                  </a:cubicBezTo>
                  <a:cubicBezTo>
                    <a:pt x="2971" y="17334"/>
                    <a:pt x="1847" y="19235"/>
                    <a:pt x="81" y="20278"/>
                  </a:cubicBezTo>
                  <a:cubicBezTo>
                    <a:pt x="54" y="20278"/>
                    <a:pt x="27" y="20305"/>
                    <a:pt x="0" y="20359"/>
                  </a:cubicBezTo>
                  <a:cubicBezTo>
                    <a:pt x="0" y="20412"/>
                    <a:pt x="27" y="20466"/>
                    <a:pt x="54" y="20493"/>
                  </a:cubicBezTo>
                  <a:cubicBezTo>
                    <a:pt x="1794" y="21510"/>
                    <a:pt x="2864" y="23303"/>
                    <a:pt x="2918" y="25310"/>
                  </a:cubicBezTo>
                  <a:cubicBezTo>
                    <a:pt x="2918" y="25364"/>
                    <a:pt x="2945" y="25391"/>
                    <a:pt x="2998" y="25417"/>
                  </a:cubicBezTo>
                  <a:cubicBezTo>
                    <a:pt x="4925" y="26381"/>
                    <a:pt x="6156" y="28362"/>
                    <a:pt x="6156" y="30530"/>
                  </a:cubicBezTo>
                  <a:cubicBezTo>
                    <a:pt x="6156" y="32698"/>
                    <a:pt x="4925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078" y="37837"/>
                    <a:pt x="1606" y="39630"/>
                    <a:pt x="81" y="40540"/>
                  </a:cubicBezTo>
                  <a:cubicBezTo>
                    <a:pt x="54" y="40540"/>
                    <a:pt x="27" y="40594"/>
                    <a:pt x="0" y="40620"/>
                  </a:cubicBezTo>
                  <a:cubicBezTo>
                    <a:pt x="0" y="40674"/>
                    <a:pt x="27" y="40727"/>
                    <a:pt x="54" y="40754"/>
                  </a:cubicBezTo>
                  <a:cubicBezTo>
                    <a:pt x="1794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25" y="46669"/>
                    <a:pt x="6156" y="48623"/>
                    <a:pt x="6156" y="50791"/>
                  </a:cubicBezTo>
                  <a:cubicBezTo>
                    <a:pt x="6156" y="52959"/>
                    <a:pt x="4925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64" y="57991"/>
                    <a:pt x="1820" y="59785"/>
                    <a:pt x="81" y="60802"/>
                  </a:cubicBezTo>
                  <a:cubicBezTo>
                    <a:pt x="54" y="60828"/>
                    <a:pt x="27" y="60855"/>
                    <a:pt x="0" y="60882"/>
                  </a:cubicBezTo>
                  <a:cubicBezTo>
                    <a:pt x="0" y="60935"/>
                    <a:pt x="27" y="60989"/>
                    <a:pt x="54" y="61016"/>
                  </a:cubicBezTo>
                  <a:cubicBezTo>
                    <a:pt x="1794" y="62033"/>
                    <a:pt x="2864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25" y="66931"/>
                    <a:pt x="6156" y="68885"/>
                    <a:pt x="6156" y="71053"/>
                  </a:cubicBezTo>
                  <a:cubicBezTo>
                    <a:pt x="6156" y="73221"/>
                    <a:pt x="4925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64" y="78280"/>
                    <a:pt x="1794" y="80073"/>
                    <a:pt x="81" y="81090"/>
                  </a:cubicBezTo>
                  <a:cubicBezTo>
                    <a:pt x="0" y="81117"/>
                    <a:pt x="0" y="81197"/>
                    <a:pt x="27" y="81251"/>
                  </a:cubicBezTo>
                  <a:cubicBezTo>
                    <a:pt x="47" y="81290"/>
                    <a:pt x="95" y="81315"/>
                    <a:pt x="140" y="81315"/>
                  </a:cubicBezTo>
                  <a:cubicBezTo>
                    <a:pt x="157" y="81315"/>
                    <a:pt x="173" y="81311"/>
                    <a:pt x="188" y="81304"/>
                  </a:cubicBezTo>
                  <a:cubicBezTo>
                    <a:pt x="1981" y="80260"/>
                    <a:pt x="3105" y="78413"/>
                    <a:pt x="3159" y="76352"/>
                  </a:cubicBezTo>
                  <a:cubicBezTo>
                    <a:pt x="5166" y="75309"/>
                    <a:pt x="6397" y="73301"/>
                    <a:pt x="6397" y="71053"/>
                  </a:cubicBezTo>
                  <a:cubicBezTo>
                    <a:pt x="6397" y="68805"/>
                    <a:pt x="5166" y="66797"/>
                    <a:pt x="3159" y="65753"/>
                  </a:cubicBezTo>
                  <a:cubicBezTo>
                    <a:pt x="3105" y="63773"/>
                    <a:pt x="2061" y="61979"/>
                    <a:pt x="375" y="60909"/>
                  </a:cubicBezTo>
                  <a:cubicBezTo>
                    <a:pt x="2061" y="59865"/>
                    <a:pt x="3105" y="58072"/>
                    <a:pt x="3159" y="56091"/>
                  </a:cubicBezTo>
                  <a:cubicBezTo>
                    <a:pt x="5166" y="55047"/>
                    <a:pt x="6397" y="53040"/>
                    <a:pt x="6397" y="50791"/>
                  </a:cubicBezTo>
                  <a:cubicBezTo>
                    <a:pt x="6397" y="48543"/>
                    <a:pt x="5166" y="46536"/>
                    <a:pt x="3159" y="45492"/>
                  </a:cubicBezTo>
                  <a:cubicBezTo>
                    <a:pt x="3159" y="43591"/>
                    <a:pt x="2061" y="41718"/>
                    <a:pt x="375" y="40647"/>
                  </a:cubicBezTo>
                  <a:cubicBezTo>
                    <a:pt x="1901" y="39710"/>
                    <a:pt x="3292" y="37890"/>
                    <a:pt x="3185" y="35829"/>
                  </a:cubicBezTo>
                  <a:cubicBezTo>
                    <a:pt x="5166" y="34785"/>
                    <a:pt x="6397" y="32751"/>
                    <a:pt x="6397" y="30530"/>
                  </a:cubicBezTo>
                  <a:cubicBezTo>
                    <a:pt x="6397" y="28281"/>
                    <a:pt x="5166" y="26247"/>
                    <a:pt x="3159" y="25230"/>
                  </a:cubicBezTo>
                  <a:cubicBezTo>
                    <a:pt x="3078" y="23223"/>
                    <a:pt x="2035" y="21429"/>
                    <a:pt x="375" y="20386"/>
                  </a:cubicBezTo>
                  <a:cubicBezTo>
                    <a:pt x="2061" y="19315"/>
                    <a:pt x="3159" y="17441"/>
                    <a:pt x="3159" y="15595"/>
                  </a:cubicBezTo>
                  <a:cubicBezTo>
                    <a:pt x="3159" y="15595"/>
                    <a:pt x="3159" y="15568"/>
                    <a:pt x="3159" y="15541"/>
                  </a:cubicBezTo>
                  <a:cubicBezTo>
                    <a:pt x="5166" y="14524"/>
                    <a:pt x="6397" y="12490"/>
                    <a:pt x="6397" y="10268"/>
                  </a:cubicBezTo>
                  <a:cubicBezTo>
                    <a:pt x="6397" y="8020"/>
                    <a:pt x="5166" y="5986"/>
                    <a:pt x="3159" y="4969"/>
                  </a:cubicBezTo>
                  <a:lnTo>
                    <a:pt x="3159" y="4942"/>
                  </a:lnTo>
                  <a:cubicBezTo>
                    <a:pt x="3159" y="3041"/>
                    <a:pt x="1981" y="1061"/>
                    <a:pt x="188" y="17"/>
                  </a:cubicBezTo>
                  <a:cubicBezTo>
                    <a:pt x="168" y="7"/>
                    <a:pt x="145" y="1"/>
                    <a:pt x="1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38"/>
            <p:cNvSpPr/>
            <p:nvPr/>
          </p:nvSpPr>
          <p:spPr>
            <a:xfrm>
              <a:off x="685775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0" y="110"/>
                    <a:pt x="0" y="137"/>
                  </a:cubicBezTo>
                  <a:cubicBezTo>
                    <a:pt x="0" y="164"/>
                    <a:pt x="27" y="217"/>
                    <a:pt x="81" y="244"/>
                  </a:cubicBezTo>
                  <a:cubicBezTo>
                    <a:pt x="1820" y="1261"/>
                    <a:pt x="2944" y="3188"/>
                    <a:pt x="2918" y="5035"/>
                  </a:cubicBezTo>
                  <a:cubicBezTo>
                    <a:pt x="2918" y="5089"/>
                    <a:pt x="2944" y="5142"/>
                    <a:pt x="2998" y="5169"/>
                  </a:cubicBezTo>
                  <a:cubicBezTo>
                    <a:pt x="4952" y="6133"/>
                    <a:pt x="6156" y="8086"/>
                    <a:pt x="6156" y="10255"/>
                  </a:cubicBezTo>
                  <a:cubicBezTo>
                    <a:pt x="6156" y="12449"/>
                    <a:pt x="4952" y="14403"/>
                    <a:pt x="2998" y="15367"/>
                  </a:cubicBezTo>
                  <a:cubicBezTo>
                    <a:pt x="2944" y="15394"/>
                    <a:pt x="2918" y="15447"/>
                    <a:pt x="2918" y="15501"/>
                  </a:cubicBezTo>
                  <a:cubicBezTo>
                    <a:pt x="2998" y="17347"/>
                    <a:pt x="1847" y="19248"/>
                    <a:pt x="81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0" y="20425"/>
                    <a:pt x="27" y="20479"/>
                    <a:pt x="81" y="20506"/>
                  </a:cubicBezTo>
                  <a:cubicBezTo>
                    <a:pt x="1794" y="21496"/>
                    <a:pt x="2864" y="23316"/>
                    <a:pt x="2918" y="25324"/>
                  </a:cubicBezTo>
                  <a:cubicBezTo>
                    <a:pt x="2918" y="25350"/>
                    <a:pt x="2944" y="25404"/>
                    <a:pt x="2998" y="25431"/>
                  </a:cubicBezTo>
                  <a:cubicBezTo>
                    <a:pt x="4952" y="26394"/>
                    <a:pt x="6156" y="28348"/>
                    <a:pt x="6156" y="30543"/>
                  </a:cubicBezTo>
                  <a:cubicBezTo>
                    <a:pt x="6156" y="32711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18" y="35762"/>
                  </a:cubicBezTo>
                  <a:cubicBezTo>
                    <a:pt x="3078" y="37823"/>
                    <a:pt x="1633" y="39643"/>
                    <a:pt x="81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1" y="40767"/>
                  </a:cubicBezTo>
                  <a:cubicBezTo>
                    <a:pt x="1820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4" y="45665"/>
                    <a:pt x="2998" y="45692"/>
                  </a:cubicBezTo>
                  <a:cubicBezTo>
                    <a:pt x="4952" y="46656"/>
                    <a:pt x="6156" y="48636"/>
                    <a:pt x="6156" y="50804"/>
                  </a:cubicBezTo>
                  <a:cubicBezTo>
                    <a:pt x="6156" y="52972"/>
                    <a:pt x="4952" y="54926"/>
                    <a:pt x="2998" y="55917"/>
                  </a:cubicBezTo>
                  <a:cubicBezTo>
                    <a:pt x="2944" y="55917"/>
                    <a:pt x="2918" y="55970"/>
                    <a:pt x="2918" y="56024"/>
                  </a:cubicBezTo>
                  <a:cubicBezTo>
                    <a:pt x="2891" y="58004"/>
                    <a:pt x="1820" y="59798"/>
                    <a:pt x="81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0" y="60949"/>
                    <a:pt x="27" y="61002"/>
                    <a:pt x="81" y="61029"/>
                  </a:cubicBezTo>
                  <a:cubicBezTo>
                    <a:pt x="1820" y="62046"/>
                    <a:pt x="2891" y="63839"/>
                    <a:pt x="2918" y="65847"/>
                  </a:cubicBezTo>
                  <a:cubicBezTo>
                    <a:pt x="2918" y="65900"/>
                    <a:pt x="2944" y="65927"/>
                    <a:pt x="2998" y="65954"/>
                  </a:cubicBezTo>
                  <a:cubicBezTo>
                    <a:pt x="4952" y="66944"/>
                    <a:pt x="6156" y="68898"/>
                    <a:pt x="6156" y="71066"/>
                  </a:cubicBezTo>
                  <a:cubicBezTo>
                    <a:pt x="6156" y="73234"/>
                    <a:pt x="4952" y="75188"/>
                    <a:pt x="2998" y="76178"/>
                  </a:cubicBezTo>
                  <a:cubicBezTo>
                    <a:pt x="2944" y="76178"/>
                    <a:pt x="2918" y="76232"/>
                    <a:pt x="2918" y="76285"/>
                  </a:cubicBezTo>
                  <a:cubicBezTo>
                    <a:pt x="2891" y="78293"/>
                    <a:pt x="1820" y="80086"/>
                    <a:pt x="81" y="81076"/>
                  </a:cubicBezTo>
                  <a:cubicBezTo>
                    <a:pt x="27" y="81130"/>
                    <a:pt x="0" y="81183"/>
                    <a:pt x="27" y="81264"/>
                  </a:cubicBezTo>
                  <a:cubicBezTo>
                    <a:pt x="60" y="81297"/>
                    <a:pt x="93" y="81320"/>
                    <a:pt x="133" y="81320"/>
                  </a:cubicBezTo>
                  <a:cubicBezTo>
                    <a:pt x="157" y="81320"/>
                    <a:pt x="184" y="81311"/>
                    <a:pt x="214" y="81290"/>
                  </a:cubicBezTo>
                  <a:cubicBezTo>
                    <a:pt x="2008" y="80273"/>
                    <a:pt x="3105" y="78427"/>
                    <a:pt x="3185" y="76366"/>
                  </a:cubicBezTo>
                  <a:cubicBezTo>
                    <a:pt x="5166" y="75322"/>
                    <a:pt x="6397" y="73314"/>
                    <a:pt x="6397" y="71066"/>
                  </a:cubicBezTo>
                  <a:cubicBezTo>
                    <a:pt x="6397" y="68818"/>
                    <a:pt x="5166" y="66784"/>
                    <a:pt x="3185" y="65766"/>
                  </a:cubicBezTo>
                  <a:cubicBezTo>
                    <a:pt x="3105" y="63786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104"/>
                  </a:cubicBezTo>
                  <a:cubicBezTo>
                    <a:pt x="5166" y="55060"/>
                    <a:pt x="6397" y="53053"/>
                    <a:pt x="6397" y="50804"/>
                  </a:cubicBezTo>
                  <a:cubicBezTo>
                    <a:pt x="6397" y="48556"/>
                    <a:pt x="5166" y="46522"/>
                    <a:pt x="3185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723"/>
                    <a:pt x="3292" y="37903"/>
                    <a:pt x="3185" y="35816"/>
                  </a:cubicBezTo>
                  <a:cubicBezTo>
                    <a:pt x="5166" y="34799"/>
                    <a:pt x="6397" y="32764"/>
                    <a:pt x="6397" y="30543"/>
                  </a:cubicBezTo>
                  <a:cubicBezTo>
                    <a:pt x="6397" y="28295"/>
                    <a:pt x="5166" y="26260"/>
                    <a:pt x="3185" y="25243"/>
                  </a:cubicBezTo>
                  <a:cubicBezTo>
                    <a:pt x="3078" y="23236"/>
                    <a:pt x="2061" y="21443"/>
                    <a:pt x="375" y="20399"/>
                  </a:cubicBezTo>
                  <a:cubicBezTo>
                    <a:pt x="2088" y="19328"/>
                    <a:pt x="3185" y="17401"/>
                    <a:pt x="3185" y="15554"/>
                  </a:cubicBezTo>
                  <a:cubicBezTo>
                    <a:pt x="5166" y="14537"/>
                    <a:pt x="6397" y="12503"/>
                    <a:pt x="6397" y="10255"/>
                  </a:cubicBezTo>
                  <a:cubicBezTo>
                    <a:pt x="6397" y="8033"/>
                    <a:pt x="5166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1981" y="1074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38"/>
            <p:cNvSpPr/>
            <p:nvPr/>
          </p:nvSpPr>
          <p:spPr>
            <a:xfrm>
              <a:off x="531875" y="8188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47" y="1"/>
                  </a:moveTo>
                  <a:cubicBezTo>
                    <a:pt x="106" y="1"/>
                    <a:pt x="61" y="20"/>
                    <a:pt x="27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54" y="204"/>
                    <a:pt x="80" y="231"/>
                  </a:cubicBezTo>
                  <a:cubicBezTo>
                    <a:pt x="1820" y="1248"/>
                    <a:pt x="2971" y="3175"/>
                    <a:pt x="2944" y="5022"/>
                  </a:cubicBezTo>
                  <a:cubicBezTo>
                    <a:pt x="2944" y="5076"/>
                    <a:pt x="2971" y="5129"/>
                    <a:pt x="2998" y="5156"/>
                  </a:cubicBezTo>
                  <a:cubicBezTo>
                    <a:pt x="4952" y="6119"/>
                    <a:pt x="6156" y="8073"/>
                    <a:pt x="6156" y="10268"/>
                  </a:cubicBezTo>
                  <a:cubicBezTo>
                    <a:pt x="6156" y="12436"/>
                    <a:pt x="4952" y="14390"/>
                    <a:pt x="2998" y="15354"/>
                  </a:cubicBezTo>
                  <a:cubicBezTo>
                    <a:pt x="2971" y="15380"/>
                    <a:pt x="2944" y="15461"/>
                    <a:pt x="2944" y="15487"/>
                  </a:cubicBezTo>
                  <a:cubicBezTo>
                    <a:pt x="2998" y="17334"/>
                    <a:pt x="1847" y="19235"/>
                    <a:pt x="107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0" y="20412"/>
                    <a:pt x="27" y="20466"/>
                    <a:pt x="80" y="20493"/>
                  </a:cubicBezTo>
                  <a:cubicBezTo>
                    <a:pt x="1793" y="21510"/>
                    <a:pt x="2864" y="23303"/>
                    <a:pt x="2944" y="25310"/>
                  </a:cubicBezTo>
                  <a:cubicBezTo>
                    <a:pt x="2944" y="25364"/>
                    <a:pt x="2971" y="25391"/>
                    <a:pt x="2998" y="25417"/>
                  </a:cubicBezTo>
                  <a:cubicBezTo>
                    <a:pt x="4952" y="26381"/>
                    <a:pt x="6156" y="28362"/>
                    <a:pt x="6156" y="30530"/>
                  </a:cubicBezTo>
                  <a:cubicBezTo>
                    <a:pt x="6156" y="32698"/>
                    <a:pt x="4952" y="34652"/>
                    <a:pt x="2998" y="35642"/>
                  </a:cubicBezTo>
                  <a:cubicBezTo>
                    <a:pt x="2971" y="35642"/>
                    <a:pt x="2944" y="35695"/>
                    <a:pt x="2944" y="35749"/>
                  </a:cubicBezTo>
                  <a:cubicBezTo>
                    <a:pt x="3105" y="37837"/>
                    <a:pt x="1633" y="39630"/>
                    <a:pt x="107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0" y="40674"/>
                    <a:pt x="27" y="40727"/>
                    <a:pt x="80" y="40754"/>
                  </a:cubicBezTo>
                  <a:cubicBezTo>
                    <a:pt x="1820" y="41771"/>
                    <a:pt x="2944" y="43645"/>
                    <a:pt x="2944" y="45545"/>
                  </a:cubicBezTo>
                  <a:cubicBezTo>
                    <a:pt x="2944" y="45545"/>
                    <a:pt x="2944" y="45545"/>
                    <a:pt x="2944" y="45572"/>
                  </a:cubicBezTo>
                  <a:cubicBezTo>
                    <a:pt x="2944" y="45626"/>
                    <a:pt x="2971" y="45652"/>
                    <a:pt x="2998" y="45679"/>
                  </a:cubicBezTo>
                  <a:cubicBezTo>
                    <a:pt x="4952" y="46669"/>
                    <a:pt x="6156" y="48623"/>
                    <a:pt x="6156" y="50791"/>
                  </a:cubicBezTo>
                  <a:cubicBezTo>
                    <a:pt x="6156" y="52959"/>
                    <a:pt x="4952" y="54913"/>
                    <a:pt x="2998" y="55904"/>
                  </a:cubicBezTo>
                  <a:cubicBezTo>
                    <a:pt x="2971" y="55930"/>
                    <a:pt x="2944" y="55957"/>
                    <a:pt x="2944" y="56011"/>
                  </a:cubicBezTo>
                  <a:cubicBezTo>
                    <a:pt x="2891" y="57991"/>
                    <a:pt x="1820" y="59785"/>
                    <a:pt x="107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0" y="60935"/>
                    <a:pt x="27" y="60989"/>
                    <a:pt x="80" y="61016"/>
                  </a:cubicBezTo>
                  <a:cubicBezTo>
                    <a:pt x="1820" y="62033"/>
                    <a:pt x="2891" y="63826"/>
                    <a:pt x="2944" y="65834"/>
                  </a:cubicBezTo>
                  <a:cubicBezTo>
                    <a:pt x="2944" y="65887"/>
                    <a:pt x="2971" y="65914"/>
                    <a:pt x="2998" y="65941"/>
                  </a:cubicBezTo>
                  <a:cubicBezTo>
                    <a:pt x="4952" y="66931"/>
                    <a:pt x="6156" y="68885"/>
                    <a:pt x="6156" y="71053"/>
                  </a:cubicBezTo>
                  <a:cubicBezTo>
                    <a:pt x="6156" y="73221"/>
                    <a:pt x="4952" y="75175"/>
                    <a:pt x="2998" y="76165"/>
                  </a:cubicBezTo>
                  <a:cubicBezTo>
                    <a:pt x="2971" y="76192"/>
                    <a:pt x="2944" y="76219"/>
                    <a:pt x="2944" y="76272"/>
                  </a:cubicBezTo>
                  <a:cubicBezTo>
                    <a:pt x="2891" y="78280"/>
                    <a:pt x="1820" y="80073"/>
                    <a:pt x="80" y="81090"/>
                  </a:cubicBezTo>
                  <a:cubicBezTo>
                    <a:pt x="27" y="81117"/>
                    <a:pt x="0" y="81197"/>
                    <a:pt x="54" y="81251"/>
                  </a:cubicBezTo>
                  <a:cubicBezTo>
                    <a:pt x="73" y="81290"/>
                    <a:pt x="122" y="81315"/>
                    <a:pt x="167" y="81315"/>
                  </a:cubicBezTo>
                  <a:cubicBezTo>
                    <a:pt x="184" y="81315"/>
                    <a:pt x="200" y="81311"/>
                    <a:pt x="214" y="81304"/>
                  </a:cubicBezTo>
                  <a:cubicBezTo>
                    <a:pt x="2008" y="80260"/>
                    <a:pt x="3105" y="78413"/>
                    <a:pt x="3185" y="76352"/>
                  </a:cubicBezTo>
                  <a:cubicBezTo>
                    <a:pt x="5193" y="75309"/>
                    <a:pt x="6424" y="73301"/>
                    <a:pt x="6424" y="71053"/>
                  </a:cubicBezTo>
                  <a:cubicBezTo>
                    <a:pt x="6424" y="68805"/>
                    <a:pt x="5193" y="66797"/>
                    <a:pt x="3185" y="65753"/>
                  </a:cubicBezTo>
                  <a:cubicBezTo>
                    <a:pt x="3105" y="63773"/>
                    <a:pt x="2088" y="61979"/>
                    <a:pt x="402" y="60909"/>
                  </a:cubicBezTo>
                  <a:cubicBezTo>
                    <a:pt x="2088" y="59865"/>
                    <a:pt x="3105" y="58072"/>
                    <a:pt x="3185" y="56091"/>
                  </a:cubicBezTo>
                  <a:cubicBezTo>
                    <a:pt x="5193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5" y="45492"/>
                  </a:cubicBezTo>
                  <a:cubicBezTo>
                    <a:pt x="3185" y="43591"/>
                    <a:pt x="2088" y="41718"/>
                    <a:pt x="402" y="40647"/>
                  </a:cubicBezTo>
                  <a:cubicBezTo>
                    <a:pt x="1900" y="39710"/>
                    <a:pt x="3319" y="37890"/>
                    <a:pt x="3185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93" y="26247"/>
                    <a:pt x="3185" y="25230"/>
                  </a:cubicBezTo>
                  <a:cubicBezTo>
                    <a:pt x="3105" y="23223"/>
                    <a:pt x="2061" y="21429"/>
                    <a:pt x="402" y="20386"/>
                  </a:cubicBezTo>
                  <a:cubicBezTo>
                    <a:pt x="2088" y="19315"/>
                    <a:pt x="3185" y="17441"/>
                    <a:pt x="3185" y="15595"/>
                  </a:cubicBezTo>
                  <a:cubicBezTo>
                    <a:pt x="3185" y="15595"/>
                    <a:pt x="3185" y="15568"/>
                    <a:pt x="3185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5" y="4969"/>
                  </a:cubicBezTo>
                  <a:lnTo>
                    <a:pt x="3185" y="4942"/>
                  </a:lnTo>
                  <a:cubicBezTo>
                    <a:pt x="3185" y="3041"/>
                    <a:pt x="2008" y="1061"/>
                    <a:pt x="214" y="17"/>
                  </a:cubicBezTo>
                  <a:cubicBezTo>
                    <a:pt x="195" y="7"/>
                    <a:pt x="171" y="1"/>
                    <a:pt x="1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38"/>
            <p:cNvSpPr/>
            <p:nvPr/>
          </p:nvSpPr>
          <p:spPr>
            <a:xfrm>
              <a:off x="378625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20" y="1"/>
                  </a:moveTo>
                  <a:cubicBezTo>
                    <a:pt x="81" y="1"/>
                    <a:pt x="44" y="24"/>
                    <a:pt x="28" y="57"/>
                  </a:cubicBezTo>
                  <a:cubicBezTo>
                    <a:pt x="1" y="84"/>
                    <a:pt x="1" y="110"/>
                    <a:pt x="1" y="137"/>
                  </a:cubicBezTo>
                  <a:cubicBezTo>
                    <a:pt x="1" y="164"/>
                    <a:pt x="28" y="217"/>
                    <a:pt x="54" y="244"/>
                  </a:cubicBezTo>
                  <a:cubicBezTo>
                    <a:pt x="1821" y="1261"/>
                    <a:pt x="2972" y="3188"/>
                    <a:pt x="2918" y="5035"/>
                  </a:cubicBezTo>
                  <a:cubicBezTo>
                    <a:pt x="2918" y="5116"/>
                    <a:pt x="2945" y="5142"/>
                    <a:pt x="2999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9" y="15367"/>
                  </a:cubicBezTo>
                  <a:cubicBezTo>
                    <a:pt x="2945" y="15394"/>
                    <a:pt x="2918" y="15447"/>
                    <a:pt x="2918" y="15501"/>
                  </a:cubicBezTo>
                  <a:cubicBezTo>
                    <a:pt x="2972" y="17347"/>
                    <a:pt x="1848" y="19248"/>
                    <a:pt x="81" y="20292"/>
                  </a:cubicBezTo>
                  <a:cubicBezTo>
                    <a:pt x="54" y="20292"/>
                    <a:pt x="28" y="20318"/>
                    <a:pt x="1" y="20372"/>
                  </a:cubicBezTo>
                  <a:cubicBezTo>
                    <a:pt x="1" y="20425"/>
                    <a:pt x="28" y="20479"/>
                    <a:pt x="54" y="20506"/>
                  </a:cubicBezTo>
                  <a:cubicBezTo>
                    <a:pt x="1794" y="21496"/>
                    <a:pt x="2865" y="23316"/>
                    <a:pt x="2918" y="25324"/>
                  </a:cubicBezTo>
                  <a:cubicBezTo>
                    <a:pt x="2918" y="25350"/>
                    <a:pt x="2945" y="25404"/>
                    <a:pt x="2999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9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9" y="37823"/>
                    <a:pt x="1607" y="39643"/>
                    <a:pt x="81" y="40553"/>
                  </a:cubicBezTo>
                  <a:cubicBezTo>
                    <a:pt x="54" y="40553"/>
                    <a:pt x="28" y="40580"/>
                    <a:pt x="1" y="40633"/>
                  </a:cubicBezTo>
                  <a:cubicBezTo>
                    <a:pt x="1" y="40687"/>
                    <a:pt x="28" y="40741"/>
                    <a:pt x="54" y="40767"/>
                  </a:cubicBezTo>
                  <a:cubicBezTo>
                    <a:pt x="1794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5" y="45665"/>
                    <a:pt x="2999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9" y="55917"/>
                  </a:cubicBezTo>
                  <a:cubicBezTo>
                    <a:pt x="2945" y="55917"/>
                    <a:pt x="2918" y="55970"/>
                    <a:pt x="2918" y="56024"/>
                  </a:cubicBezTo>
                  <a:cubicBezTo>
                    <a:pt x="2865" y="58004"/>
                    <a:pt x="1821" y="59798"/>
                    <a:pt x="81" y="60815"/>
                  </a:cubicBezTo>
                  <a:cubicBezTo>
                    <a:pt x="54" y="60815"/>
                    <a:pt x="28" y="60868"/>
                    <a:pt x="1" y="60895"/>
                  </a:cubicBezTo>
                  <a:cubicBezTo>
                    <a:pt x="1" y="60949"/>
                    <a:pt x="28" y="61002"/>
                    <a:pt x="54" y="61029"/>
                  </a:cubicBezTo>
                  <a:cubicBezTo>
                    <a:pt x="1794" y="62046"/>
                    <a:pt x="2865" y="63839"/>
                    <a:pt x="2918" y="65847"/>
                  </a:cubicBezTo>
                  <a:cubicBezTo>
                    <a:pt x="2918" y="65900"/>
                    <a:pt x="2945" y="65927"/>
                    <a:pt x="2999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9" y="76178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65" y="78293"/>
                    <a:pt x="1821" y="80086"/>
                    <a:pt x="81" y="81076"/>
                  </a:cubicBezTo>
                  <a:cubicBezTo>
                    <a:pt x="1" y="81130"/>
                    <a:pt x="1" y="81183"/>
                    <a:pt x="28" y="81264"/>
                  </a:cubicBezTo>
                  <a:cubicBezTo>
                    <a:pt x="44" y="81297"/>
                    <a:pt x="81" y="81320"/>
                    <a:pt x="120" y="81320"/>
                  </a:cubicBezTo>
                  <a:cubicBezTo>
                    <a:pt x="143" y="81320"/>
                    <a:pt x="168" y="81311"/>
                    <a:pt x="188" y="81290"/>
                  </a:cubicBezTo>
                  <a:cubicBezTo>
                    <a:pt x="1981" y="80273"/>
                    <a:pt x="3106" y="78427"/>
                    <a:pt x="3159" y="76366"/>
                  </a:cubicBezTo>
                  <a:cubicBezTo>
                    <a:pt x="5167" y="75322"/>
                    <a:pt x="6398" y="73314"/>
                    <a:pt x="6398" y="71066"/>
                  </a:cubicBezTo>
                  <a:cubicBezTo>
                    <a:pt x="6398" y="68818"/>
                    <a:pt x="5167" y="66784"/>
                    <a:pt x="3159" y="65766"/>
                  </a:cubicBezTo>
                  <a:cubicBezTo>
                    <a:pt x="3106" y="63786"/>
                    <a:pt x="2062" y="61992"/>
                    <a:pt x="376" y="60922"/>
                  </a:cubicBezTo>
                  <a:cubicBezTo>
                    <a:pt x="2062" y="59878"/>
                    <a:pt x="3106" y="58085"/>
                    <a:pt x="3159" y="56104"/>
                  </a:cubicBezTo>
                  <a:cubicBezTo>
                    <a:pt x="5167" y="55060"/>
                    <a:pt x="6398" y="53053"/>
                    <a:pt x="6398" y="50804"/>
                  </a:cubicBezTo>
                  <a:cubicBezTo>
                    <a:pt x="6398" y="48556"/>
                    <a:pt x="5167" y="46522"/>
                    <a:pt x="3159" y="45505"/>
                  </a:cubicBezTo>
                  <a:cubicBezTo>
                    <a:pt x="3159" y="43604"/>
                    <a:pt x="2062" y="41731"/>
                    <a:pt x="376" y="40660"/>
                  </a:cubicBezTo>
                  <a:cubicBezTo>
                    <a:pt x="1901" y="39723"/>
                    <a:pt x="3293" y="37903"/>
                    <a:pt x="3186" y="35816"/>
                  </a:cubicBezTo>
                  <a:cubicBezTo>
                    <a:pt x="5167" y="34799"/>
                    <a:pt x="6398" y="32764"/>
                    <a:pt x="6398" y="30543"/>
                  </a:cubicBezTo>
                  <a:cubicBezTo>
                    <a:pt x="6398" y="28295"/>
                    <a:pt x="5167" y="26260"/>
                    <a:pt x="3159" y="25243"/>
                  </a:cubicBezTo>
                  <a:cubicBezTo>
                    <a:pt x="3079" y="23236"/>
                    <a:pt x="2035" y="21443"/>
                    <a:pt x="376" y="20399"/>
                  </a:cubicBezTo>
                  <a:cubicBezTo>
                    <a:pt x="2089" y="19328"/>
                    <a:pt x="3186" y="17401"/>
                    <a:pt x="3186" y="15554"/>
                  </a:cubicBezTo>
                  <a:cubicBezTo>
                    <a:pt x="5167" y="14537"/>
                    <a:pt x="6398" y="12503"/>
                    <a:pt x="6398" y="10255"/>
                  </a:cubicBezTo>
                  <a:cubicBezTo>
                    <a:pt x="6398" y="8033"/>
                    <a:pt x="5167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1981" y="1074"/>
                    <a:pt x="188" y="30"/>
                  </a:cubicBezTo>
                  <a:cubicBezTo>
                    <a:pt x="168" y="10"/>
                    <a:pt x="143" y="1"/>
                    <a:pt x="1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38"/>
            <p:cNvSpPr/>
            <p:nvPr/>
          </p:nvSpPr>
          <p:spPr>
            <a:xfrm>
              <a:off x="224725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9" y="1"/>
                  </a:moveTo>
                  <a:cubicBezTo>
                    <a:pt x="83" y="1"/>
                    <a:pt x="44" y="20"/>
                    <a:pt x="27" y="70"/>
                  </a:cubicBezTo>
                  <a:cubicBezTo>
                    <a:pt x="27" y="70"/>
                    <a:pt x="1" y="97"/>
                    <a:pt x="1" y="124"/>
                  </a:cubicBezTo>
                  <a:cubicBezTo>
                    <a:pt x="1" y="178"/>
                    <a:pt x="27" y="204"/>
                    <a:pt x="81" y="231"/>
                  </a:cubicBezTo>
                  <a:cubicBezTo>
                    <a:pt x="1821" y="1248"/>
                    <a:pt x="2972" y="3175"/>
                    <a:pt x="2918" y="5022"/>
                  </a:cubicBezTo>
                  <a:cubicBezTo>
                    <a:pt x="2945" y="5076"/>
                    <a:pt x="2945" y="5129"/>
                    <a:pt x="2998" y="5156"/>
                  </a:cubicBezTo>
                  <a:cubicBezTo>
                    <a:pt x="4952" y="6119"/>
                    <a:pt x="6157" y="8073"/>
                    <a:pt x="6157" y="10268"/>
                  </a:cubicBezTo>
                  <a:cubicBezTo>
                    <a:pt x="6157" y="12436"/>
                    <a:pt x="4952" y="14390"/>
                    <a:pt x="2998" y="15354"/>
                  </a:cubicBezTo>
                  <a:cubicBezTo>
                    <a:pt x="2945" y="15380"/>
                    <a:pt x="2918" y="15461"/>
                    <a:pt x="2918" y="15487"/>
                  </a:cubicBezTo>
                  <a:cubicBezTo>
                    <a:pt x="2998" y="17334"/>
                    <a:pt x="1848" y="19235"/>
                    <a:pt x="108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1" y="20412"/>
                    <a:pt x="27" y="20466"/>
                    <a:pt x="81" y="20493"/>
                  </a:cubicBezTo>
                  <a:cubicBezTo>
                    <a:pt x="1794" y="21510"/>
                    <a:pt x="2865" y="23303"/>
                    <a:pt x="2918" y="25310"/>
                  </a:cubicBezTo>
                  <a:cubicBezTo>
                    <a:pt x="2945" y="25364"/>
                    <a:pt x="2972" y="25391"/>
                    <a:pt x="2998" y="25417"/>
                  </a:cubicBezTo>
                  <a:cubicBezTo>
                    <a:pt x="4952" y="26381"/>
                    <a:pt x="6157" y="28362"/>
                    <a:pt x="6157" y="30530"/>
                  </a:cubicBezTo>
                  <a:cubicBezTo>
                    <a:pt x="6157" y="32698"/>
                    <a:pt x="4952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106" y="37837"/>
                    <a:pt x="1633" y="39630"/>
                    <a:pt x="108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1" y="40674"/>
                    <a:pt x="27" y="40727"/>
                    <a:pt x="81" y="40754"/>
                  </a:cubicBezTo>
                  <a:cubicBezTo>
                    <a:pt x="1821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52" y="46669"/>
                    <a:pt x="6157" y="48623"/>
                    <a:pt x="6157" y="50791"/>
                  </a:cubicBezTo>
                  <a:cubicBezTo>
                    <a:pt x="6157" y="52959"/>
                    <a:pt x="4952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91" y="57991"/>
                    <a:pt x="1821" y="59785"/>
                    <a:pt x="108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1" y="60935"/>
                    <a:pt x="27" y="60989"/>
                    <a:pt x="81" y="61016"/>
                  </a:cubicBezTo>
                  <a:cubicBezTo>
                    <a:pt x="1821" y="62033"/>
                    <a:pt x="2891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52" y="66931"/>
                    <a:pt x="6157" y="68885"/>
                    <a:pt x="6157" y="71053"/>
                  </a:cubicBezTo>
                  <a:cubicBezTo>
                    <a:pt x="6157" y="73221"/>
                    <a:pt x="4952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7" y="81117"/>
                    <a:pt x="1" y="81197"/>
                    <a:pt x="27" y="81251"/>
                  </a:cubicBezTo>
                  <a:cubicBezTo>
                    <a:pt x="67" y="81290"/>
                    <a:pt x="106" y="81315"/>
                    <a:pt x="156" y="81315"/>
                  </a:cubicBezTo>
                  <a:cubicBezTo>
                    <a:pt x="174" y="81315"/>
                    <a:pt x="193" y="81311"/>
                    <a:pt x="215" y="81304"/>
                  </a:cubicBezTo>
                  <a:cubicBezTo>
                    <a:pt x="2008" y="80260"/>
                    <a:pt x="3106" y="78413"/>
                    <a:pt x="3186" y="76352"/>
                  </a:cubicBezTo>
                  <a:cubicBezTo>
                    <a:pt x="5166" y="75309"/>
                    <a:pt x="6398" y="73301"/>
                    <a:pt x="6398" y="71053"/>
                  </a:cubicBezTo>
                  <a:cubicBezTo>
                    <a:pt x="6398" y="68805"/>
                    <a:pt x="5166" y="66797"/>
                    <a:pt x="3186" y="65753"/>
                  </a:cubicBezTo>
                  <a:cubicBezTo>
                    <a:pt x="3106" y="63773"/>
                    <a:pt x="2062" y="61979"/>
                    <a:pt x="375" y="60909"/>
                  </a:cubicBezTo>
                  <a:cubicBezTo>
                    <a:pt x="2062" y="59865"/>
                    <a:pt x="3106" y="58072"/>
                    <a:pt x="3186" y="56091"/>
                  </a:cubicBezTo>
                  <a:cubicBezTo>
                    <a:pt x="5166" y="55047"/>
                    <a:pt x="6398" y="53040"/>
                    <a:pt x="6398" y="50791"/>
                  </a:cubicBezTo>
                  <a:cubicBezTo>
                    <a:pt x="6398" y="48543"/>
                    <a:pt x="5166" y="46536"/>
                    <a:pt x="3186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320" y="37890"/>
                    <a:pt x="3186" y="35829"/>
                  </a:cubicBezTo>
                  <a:cubicBezTo>
                    <a:pt x="5166" y="34785"/>
                    <a:pt x="6398" y="32751"/>
                    <a:pt x="6398" y="30530"/>
                  </a:cubicBezTo>
                  <a:cubicBezTo>
                    <a:pt x="6398" y="28281"/>
                    <a:pt x="5166" y="26247"/>
                    <a:pt x="3186" y="25230"/>
                  </a:cubicBezTo>
                  <a:cubicBezTo>
                    <a:pt x="3079" y="23223"/>
                    <a:pt x="2062" y="21429"/>
                    <a:pt x="375" y="20386"/>
                  </a:cubicBezTo>
                  <a:cubicBezTo>
                    <a:pt x="2088" y="19315"/>
                    <a:pt x="3186" y="17441"/>
                    <a:pt x="3186" y="15595"/>
                  </a:cubicBezTo>
                  <a:cubicBezTo>
                    <a:pt x="3186" y="15595"/>
                    <a:pt x="3186" y="15568"/>
                    <a:pt x="3186" y="15541"/>
                  </a:cubicBezTo>
                  <a:cubicBezTo>
                    <a:pt x="5166" y="14524"/>
                    <a:pt x="6398" y="12490"/>
                    <a:pt x="6398" y="10268"/>
                  </a:cubicBezTo>
                  <a:cubicBezTo>
                    <a:pt x="6398" y="8020"/>
                    <a:pt x="5166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1981" y="1061"/>
                    <a:pt x="215" y="17"/>
                  </a:cubicBezTo>
                  <a:cubicBezTo>
                    <a:pt x="185" y="7"/>
                    <a:pt x="156" y="1"/>
                    <a:pt x="1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38"/>
            <p:cNvSpPr/>
            <p:nvPr/>
          </p:nvSpPr>
          <p:spPr>
            <a:xfrm>
              <a:off x="1914975" y="25935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51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27" y="225"/>
                    <a:pt x="81" y="225"/>
                  </a:cubicBezTo>
                  <a:cubicBezTo>
                    <a:pt x="1821" y="1243"/>
                    <a:pt x="2972" y="3170"/>
                    <a:pt x="2945" y="5043"/>
                  </a:cubicBezTo>
                  <a:cubicBezTo>
                    <a:pt x="2945" y="5070"/>
                    <a:pt x="2972" y="5124"/>
                    <a:pt x="2998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8" y="15375"/>
                  </a:cubicBezTo>
                  <a:cubicBezTo>
                    <a:pt x="2945" y="15402"/>
                    <a:pt x="2945" y="15428"/>
                    <a:pt x="2945" y="15482"/>
                  </a:cubicBezTo>
                  <a:cubicBezTo>
                    <a:pt x="2998" y="17355"/>
                    <a:pt x="1848" y="19256"/>
                    <a:pt x="108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1" y="20407"/>
                    <a:pt x="27" y="20460"/>
                    <a:pt x="81" y="20514"/>
                  </a:cubicBezTo>
                  <a:cubicBezTo>
                    <a:pt x="1794" y="21504"/>
                    <a:pt x="2865" y="23297"/>
                    <a:pt x="2945" y="25305"/>
                  </a:cubicBezTo>
                  <a:cubicBezTo>
                    <a:pt x="2945" y="25358"/>
                    <a:pt x="2972" y="25385"/>
                    <a:pt x="2998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8" y="35636"/>
                  </a:cubicBezTo>
                  <a:cubicBezTo>
                    <a:pt x="2945" y="35663"/>
                    <a:pt x="2918" y="35717"/>
                    <a:pt x="2945" y="35770"/>
                  </a:cubicBezTo>
                  <a:cubicBezTo>
                    <a:pt x="3106" y="37831"/>
                    <a:pt x="1633" y="39651"/>
                    <a:pt x="108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1" y="40668"/>
                    <a:pt x="27" y="40749"/>
                    <a:pt x="81" y="40775"/>
                  </a:cubicBezTo>
                  <a:cubicBezTo>
                    <a:pt x="1821" y="41766"/>
                    <a:pt x="2945" y="43639"/>
                    <a:pt x="2945" y="45540"/>
                  </a:cubicBezTo>
                  <a:cubicBezTo>
                    <a:pt x="2945" y="45540"/>
                    <a:pt x="2945" y="45566"/>
                    <a:pt x="2945" y="45566"/>
                  </a:cubicBezTo>
                  <a:cubicBezTo>
                    <a:pt x="2945" y="45620"/>
                    <a:pt x="2972" y="45674"/>
                    <a:pt x="2998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8" y="55898"/>
                  </a:cubicBezTo>
                  <a:cubicBezTo>
                    <a:pt x="2972" y="55925"/>
                    <a:pt x="2945" y="55952"/>
                    <a:pt x="2945" y="56005"/>
                  </a:cubicBezTo>
                  <a:cubicBezTo>
                    <a:pt x="2891" y="58012"/>
                    <a:pt x="1821" y="59806"/>
                    <a:pt x="108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1" y="60957"/>
                    <a:pt x="27" y="61010"/>
                    <a:pt x="81" y="61037"/>
                  </a:cubicBezTo>
                  <a:cubicBezTo>
                    <a:pt x="1821" y="62054"/>
                    <a:pt x="2891" y="63847"/>
                    <a:pt x="2945" y="65828"/>
                  </a:cubicBezTo>
                  <a:cubicBezTo>
                    <a:pt x="2945" y="65882"/>
                    <a:pt x="2972" y="65935"/>
                    <a:pt x="2998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8" y="76160"/>
                  </a:cubicBezTo>
                  <a:cubicBezTo>
                    <a:pt x="2972" y="76186"/>
                    <a:pt x="2945" y="76240"/>
                    <a:pt x="2945" y="76267"/>
                  </a:cubicBezTo>
                  <a:cubicBezTo>
                    <a:pt x="2891" y="78274"/>
                    <a:pt x="1821" y="80067"/>
                    <a:pt x="81" y="81084"/>
                  </a:cubicBezTo>
                  <a:cubicBezTo>
                    <a:pt x="27" y="81111"/>
                    <a:pt x="1" y="81191"/>
                    <a:pt x="27" y="81245"/>
                  </a:cubicBezTo>
                  <a:cubicBezTo>
                    <a:pt x="61" y="81296"/>
                    <a:pt x="106" y="81315"/>
                    <a:pt x="148" y="81315"/>
                  </a:cubicBezTo>
                  <a:cubicBezTo>
                    <a:pt x="172" y="81315"/>
                    <a:pt x="195" y="81308"/>
                    <a:pt x="215" y="81299"/>
                  </a:cubicBezTo>
                  <a:cubicBezTo>
                    <a:pt x="2008" y="80255"/>
                    <a:pt x="3106" y="78408"/>
                    <a:pt x="3186" y="76347"/>
                  </a:cubicBezTo>
                  <a:cubicBezTo>
                    <a:pt x="5166" y="75330"/>
                    <a:pt x="6424" y="73296"/>
                    <a:pt x="6424" y="71047"/>
                  </a:cubicBezTo>
                  <a:cubicBezTo>
                    <a:pt x="6424" y="68826"/>
                    <a:pt x="5166" y="66792"/>
                    <a:pt x="3186" y="65748"/>
                  </a:cubicBezTo>
                  <a:cubicBezTo>
                    <a:pt x="3106" y="63767"/>
                    <a:pt x="2062" y="61974"/>
                    <a:pt x="375" y="60930"/>
                  </a:cubicBezTo>
                  <a:cubicBezTo>
                    <a:pt x="2062" y="59859"/>
                    <a:pt x="3106" y="58093"/>
                    <a:pt x="3186" y="56085"/>
                  </a:cubicBezTo>
                  <a:cubicBezTo>
                    <a:pt x="5166" y="55068"/>
                    <a:pt x="6424" y="53034"/>
                    <a:pt x="6424" y="50786"/>
                  </a:cubicBezTo>
                  <a:cubicBezTo>
                    <a:pt x="6424" y="48537"/>
                    <a:pt x="5166" y="46530"/>
                    <a:pt x="3186" y="45486"/>
                  </a:cubicBezTo>
                  <a:cubicBezTo>
                    <a:pt x="3159" y="43586"/>
                    <a:pt x="2088" y="41739"/>
                    <a:pt x="375" y="40668"/>
                  </a:cubicBezTo>
                  <a:cubicBezTo>
                    <a:pt x="1901" y="39705"/>
                    <a:pt x="3320" y="37885"/>
                    <a:pt x="3186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66" y="26268"/>
                    <a:pt x="3186" y="25225"/>
                  </a:cubicBezTo>
                  <a:cubicBezTo>
                    <a:pt x="3106" y="23244"/>
                    <a:pt x="2062" y="21451"/>
                    <a:pt x="375" y="20407"/>
                  </a:cubicBezTo>
                  <a:cubicBezTo>
                    <a:pt x="2088" y="19336"/>
                    <a:pt x="3186" y="17436"/>
                    <a:pt x="3186" y="15616"/>
                  </a:cubicBezTo>
                  <a:cubicBezTo>
                    <a:pt x="3186" y="15589"/>
                    <a:pt x="3186" y="15562"/>
                    <a:pt x="3186" y="15562"/>
                  </a:cubicBezTo>
                  <a:cubicBezTo>
                    <a:pt x="5166" y="14518"/>
                    <a:pt x="6424" y="12511"/>
                    <a:pt x="6424" y="10263"/>
                  </a:cubicBezTo>
                  <a:cubicBezTo>
                    <a:pt x="6424" y="8014"/>
                    <a:pt x="5166" y="6007"/>
                    <a:pt x="3186" y="4963"/>
                  </a:cubicBezTo>
                  <a:cubicBezTo>
                    <a:pt x="3186" y="3036"/>
                    <a:pt x="2008" y="1055"/>
                    <a:pt x="215" y="11"/>
                  </a:cubicBezTo>
                  <a:cubicBezTo>
                    <a:pt x="193" y="4"/>
                    <a:pt x="172" y="1"/>
                    <a:pt x="1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38"/>
            <p:cNvSpPr/>
            <p:nvPr/>
          </p:nvSpPr>
          <p:spPr>
            <a:xfrm>
              <a:off x="1761075" y="2845375"/>
              <a:ext cx="160625" cy="2032675"/>
            </a:xfrm>
            <a:custGeom>
              <a:avLst/>
              <a:gdLst/>
              <a:ahLst/>
              <a:cxnLst/>
              <a:rect l="l" t="t" r="r" b="b"/>
              <a:pathLst>
                <a:path w="6425" h="81307" extrusionOk="0">
                  <a:moveTo>
                    <a:pt x="146" y="1"/>
                  </a:moveTo>
                  <a:cubicBezTo>
                    <a:pt x="108" y="1"/>
                    <a:pt x="71" y="24"/>
                    <a:pt x="54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1" y="244"/>
                  </a:cubicBezTo>
                  <a:cubicBezTo>
                    <a:pt x="1821" y="1234"/>
                    <a:pt x="2972" y="3162"/>
                    <a:pt x="2945" y="5035"/>
                  </a:cubicBezTo>
                  <a:cubicBezTo>
                    <a:pt x="2945" y="5089"/>
                    <a:pt x="2972" y="5142"/>
                    <a:pt x="2998" y="5142"/>
                  </a:cubicBezTo>
                  <a:cubicBezTo>
                    <a:pt x="4952" y="6133"/>
                    <a:pt x="6183" y="8086"/>
                    <a:pt x="6183" y="10254"/>
                  </a:cubicBezTo>
                  <a:cubicBezTo>
                    <a:pt x="6183" y="12422"/>
                    <a:pt x="4952" y="14376"/>
                    <a:pt x="2998" y="15367"/>
                  </a:cubicBezTo>
                  <a:cubicBezTo>
                    <a:pt x="2972" y="15393"/>
                    <a:pt x="2945" y="15447"/>
                    <a:pt x="2945" y="15474"/>
                  </a:cubicBezTo>
                  <a:cubicBezTo>
                    <a:pt x="2998" y="17321"/>
                    <a:pt x="1847" y="19248"/>
                    <a:pt x="108" y="20265"/>
                  </a:cubicBezTo>
                  <a:cubicBezTo>
                    <a:pt x="81" y="20292"/>
                    <a:pt x="27" y="20318"/>
                    <a:pt x="27" y="20345"/>
                  </a:cubicBezTo>
                  <a:cubicBezTo>
                    <a:pt x="27" y="20425"/>
                    <a:pt x="27" y="20479"/>
                    <a:pt x="81" y="20506"/>
                  </a:cubicBezTo>
                  <a:cubicBezTo>
                    <a:pt x="1821" y="21496"/>
                    <a:pt x="2891" y="23289"/>
                    <a:pt x="2945" y="25297"/>
                  </a:cubicBezTo>
                  <a:cubicBezTo>
                    <a:pt x="2945" y="25350"/>
                    <a:pt x="2972" y="25404"/>
                    <a:pt x="2998" y="25404"/>
                  </a:cubicBezTo>
                  <a:cubicBezTo>
                    <a:pt x="4952" y="26394"/>
                    <a:pt x="6183" y="28348"/>
                    <a:pt x="6183" y="30516"/>
                  </a:cubicBezTo>
                  <a:cubicBezTo>
                    <a:pt x="6183" y="32684"/>
                    <a:pt x="4952" y="34665"/>
                    <a:pt x="2998" y="35628"/>
                  </a:cubicBezTo>
                  <a:cubicBezTo>
                    <a:pt x="2972" y="35655"/>
                    <a:pt x="2945" y="35709"/>
                    <a:pt x="2945" y="35762"/>
                  </a:cubicBezTo>
                  <a:cubicBezTo>
                    <a:pt x="3105" y="37823"/>
                    <a:pt x="1633" y="39643"/>
                    <a:pt x="108" y="40526"/>
                  </a:cubicBezTo>
                  <a:cubicBezTo>
                    <a:pt x="81" y="40553"/>
                    <a:pt x="27" y="40580"/>
                    <a:pt x="27" y="40633"/>
                  </a:cubicBezTo>
                  <a:cubicBezTo>
                    <a:pt x="27" y="40687"/>
                    <a:pt x="27" y="40741"/>
                    <a:pt x="81" y="40767"/>
                  </a:cubicBezTo>
                  <a:cubicBezTo>
                    <a:pt x="1821" y="41784"/>
                    <a:pt x="2945" y="43631"/>
                    <a:pt x="2945" y="45532"/>
                  </a:cubicBezTo>
                  <a:lnTo>
                    <a:pt x="2945" y="45558"/>
                  </a:ln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83" y="48610"/>
                    <a:pt x="6183" y="50778"/>
                  </a:cubicBezTo>
                  <a:cubicBezTo>
                    <a:pt x="6183" y="52972"/>
                    <a:pt x="4952" y="54926"/>
                    <a:pt x="2998" y="55890"/>
                  </a:cubicBezTo>
                  <a:cubicBezTo>
                    <a:pt x="2972" y="55917"/>
                    <a:pt x="2945" y="55970"/>
                    <a:pt x="2945" y="55997"/>
                  </a:cubicBezTo>
                  <a:cubicBezTo>
                    <a:pt x="2891" y="58004"/>
                    <a:pt x="1847" y="59798"/>
                    <a:pt x="108" y="60815"/>
                  </a:cubicBezTo>
                  <a:cubicBezTo>
                    <a:pt x="81" y="60815"/>
                    <a:pt x="27" y="60841"/>
                    <a:pt x="27" y="60895"/>
                  </a:cubicBezTo>
                  <a:cubicBezTo>
                    <a:pt x="27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873"/>
                    <a:pt x="2972" y="65927"/>
                    <a:pt x="2998" y="65954"/>
                  </a:cubicBezTo>
                  <a:cubicBezTo>
                    <a:pt x="4952" y="66917"/>
                    <a:pt x="6183" y="68871"/>
                    <a:pt x="6183" y="71066"/>
                  </a:cubicBezTo>
                  <a:cubicBezTo>
                    <a:pt x="6183" y="73234"/>
                    <a:pt x="4952" y="75188"/>
                    <a:pt x="2998" y="76151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7" y="81103"/>
                    <a:pt x="1" y="81183"/>
                    <a:pt x="54" y="81237"/>
                  </a:cubicBezTo>
                  <a:cubicBezTo>
                    <a:pt x="71" y="81288"/>
                    <a:pt x="110" y="81306"/>
                    <a:pt x="149" y="81306"/>
                  </a:cubicBezTo>
                  <a:cubicBezTo>
                    <a:pt x="172" y="81306"/>
                    <a:pt x="195" y="81300"/>
                    <a:pt x="215" y="81290"/>
                  </a:cubicBezTo>
                  <a:cubicBezTo>
                    <a:pt x="2008" y="80247"/>
                    <a:pt x="3105" y="78400"/>
                    <a:pt x="3186" y="76366"/>
                  </a:cubicBezTo>
                  <a:cubicBezTo>
                    <a:pt x="5193" y="75322"/>
                    <a:pt x="6424" y="73288"/>
                    <a:pt x="6424" y="71066"/>
                  </a:cubicBezTo>
                  <a:cubicBezTo>
                    <a:pt x="6424" y="68818"/>
                    <a:pt x="5193" y="66783"/>
                    <a:pt x="3186" y="65766"/>
                  </a:cubicBezTo>
                  <a:cubicBezTo>
                    <a:pt x="3132" y="63759"/>
                    <a:pt x="2088" y="61992"/>
                    <a:pt x="402" y="60922"/>
                  </a:cubicBezTo>
                  <a:cubicBezTo>
                    <a:pt x="2088" y="59878"/>
                    <a:pt x="3132" y="58085"/>
                    <a:pt x="3186" y="56077"/>
                  </a:cubicBezTo>
                  <a:cubicBezTo>
                    <a:pt x="5193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6" y="45505"/>
                  </a:cubicBezTo>
                  <a:cubicBezTo>
                    <a:pt x="3186" y="43604"/>
                    <a:pt x="2088" y="41731"/>
                    <a:pt x="402" y="40660"/>
                  </a:cubicBezTo>
                  <a:cubicBezTo>
                    <a:pt x="1901" y="39697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93" y="26260"/>
                    <a:pt x="3186" y="25216"/>
                  </a:cubicBezTo>
                  <a:cubicBezTo>
                    <a:pt x="3105" y="23236"/>
                    <a:pt x="2062" y="21442"/>
                    <a:pt x="402" y="20399"/>
                  </a:cubicBezTo>
                  <a:cubicBezTo>
                    <a:pt x="2115" y="19328"/>
                    <a:pt x="3212" y="17401"/>
                    <a:pt x="3186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6" y="4955"/>
                  </a:cubicBezTo>
                  <a:cubicBezTo>
                    <a:pt x="3186" y="3028"/>
                    <a:pt x="2008" y="1047"/>
                    <a:pt x="215" y="30"/>
                  </a:cubicBezTo>
                  <a:cubicBezTo>
                    <a:pt x="194" y="10"/>
                    <a:pt x="170" y="1"/>
                    <a:pt x="1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38"/>
            <p:cNvSpPr/>
            <p:nvPr/>
          </p:nvSpPr>
          <p:spPr>
            <a:xfrm>
              <a:off x="1607850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0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0" y="92"/>
                    <a:pt x="0" y="118"/>
                    <a:pt x="0" y="118"/>
                  </a:cubicBezTo>
                  <a:cubicBezTo>
                    <a:pt x="0" y="172"/>
                    <a:pt x="27" y="225"/>
                    <a:pt x="81" y="225"/>
                  </a:cubicBezTo>
                  <a:cubicBezTo>
                    <a:pt x="1820" y="1243"/>
                    <a:pt x="2944" y="3170"/>
                    <a:pt x="2918" y="5043"/>
                  </a:cubicBezTo>
                  <a:cubicBezTo>
                    <a:pt x="2918" y="5070"/>
                    <a:pt x="2944" y="5124"/>
                    <a:pt x="2998" y="5150"/>
                  </a:cubicBezTo>
                  <a:cubicBezTo>
                    <a:pt x="4952" y="6141"/>
                    <a:pt x="6156" y="8095"/>
                    <a:pt x="6156" y="10263"/>
                  </a:cubicBezTo>
                  <a:cubicBezTo>
                    <a:pt x="6156" y="12431"/>
                    <a:pt x="4952" y="14384"/>
                    <a:pt x="2998" y="15375"/>
                  </a:cubicBezTo>
                  <a:cubicBezTo>
                    <a:pt x="2944" y="15402"/>
                    <a:pt x="2918" y="15428"/>
                    <a:pt x="2918" y="15482"/>
                  </a:cubicBezTo>
                  <a:cubicBezTo>
                    <a:pt x="2971" y="17329"/>
                    <a:pt x="1847" y="19256"/>
                    <a:pt x="81" y="20273"/>
                  </a:cubicBezTo>
                  <a:cubicBezTo>
                    <a:pt x="54" y="20300"/>
                    <a:pt x="27" y="20326"/>
                    <a:pt x="0" y="20353"/>
                  </a:cubicBezTo>
                  <a:cubicBezTo>
                    <a:pt x="0" y="20407"/>
                    <a:pt x="27" y="20460"/>
                    <a:pt x="81" y="20514"/>
                  </a:cubicBezTo>
                  <a:cubicBezTo>
                    <a:pt x="1794" y="21504"/>
                    <a:pt x="2864" y="23297"/>
                    <a:pt x="2918" y="25305"/>
                  </a:cubicBezTo>
                  <a:cubicBezTo>
                    <a:pt x="2918" y="25358"/>
                    <a:pt x="2944" y="25385"/>
                    <a:pt x="2998" y="25412"/>
                  </a:cubicBezTo>
                  <a:cubicBezTo>
                    <a:pt x="4952" y="26402"/>
                    <a:pt x="6156" y="28356"/>
                    <a:pt x="6156" y="30524"/>
                  </a:cubicBezTo>
                  <a:cubicBezTo>
                    <a:pt x="6156" y="32692"/>
                    <a:pt x="4952" y="34646"/>
                    <a:pt x="2998" y="35636"/>
                  </a:cubicBezTo>
                  <a:cubicBezTo>
                    <a:pt x="2944" y="35663"/>
                    <a:pt x="2918" y="35717"/>
                    <a:pt x="2918" y="35770"/>
                  </a:cubicBezTo>
                  <a:cubicBezTo>
                    <a:pt x="3078" y="37831"/>
                    <a:pt x="1633" y="39651"/>
                    <a:pt x="81" y="40535"/>
                  </a:cubicBezTo>
                  <a:cubicBezTo>
                    <a:pt x="54" y="40561"/>
                    <a:pt x="27" y="40588"/>
                    <a:pt x="0" y="40615"/>
                  </a:cubicBezTo>
                  <a:cubicBezTo>
                    <a:pt x="0" y="40668"/>
                    <a:pt x="27" y="40749"/>
                    <a:pt x="81" y="40775"/>
                  </a:cubicBezTo>
                  <a:cubicBezTo>
                    <a:pt x="1820" y="41766"/>
                    <a:pt x="2918" y="43639"/>
                    <a:pt x="2918" y="45540"/>
                  </a:cubicBezTo>
                  <a:cubicBezTo>
                    <a:pt x="2918" y="45540"/>
                    <a:pt x="2918" y="45566"/>
                    <a:pt x="2918" y="45566"/>
                  </a:cubicBezTo>
                  <a:cubicBezTo>
                    <a:pt x="2918" y="45620"/>
                    <a:pt x="2944" y="45674"/>
                    <a:pt x="2998" y="45674"/>
                  </a:cubicBezTo>
                  <a:cubicBezTo>
                    <a:pt x="4952" y="46664"/>
                    <a:pt x="6156" y="48618"/>
                    <a:pt x="6156" y="50786"/>
                  </a:cubicBezTo>
                  <a:cubicBezTo>
                    <a:pt x="6156" y="52954"/>
                    <a:pt x="4952" y="54934"/>
                    <a:pt x="2998" y="55898"/>
                  </a:cubicBezTo>
                  <a:cubicBezTo>
                    <a:pt x="2944" y="55925"/>
                    <a:pt x="2918" y="55952"/>
                    <a:pt x="2918" y="56005"/>
                  </a:cubicBezTo>
                  <a:cubicBezTo>
                    <a:pt x="2864" y="58012"/>
                    <a:pt x="1820" y="59806"/>
                    <a:pt x="81" y="60796"/>
                  </a:cubicBezTo>
                  <a:cubicBezTo>
                    <a:pt x="54" y="60823"/>
                    <a:pt x="27" y="60850"/>
                    <a:pt x="0" y="60903"/>
                  </a:cubicBezTo>
                  <a:cubicBezTo>
                    <a:pt x="0" y="60957"/>
                    <a:pt x="27" y="61010"/>
                    <a:pt x="81" y="61037"/>
                  </a:cubicBezTo>
                  <a:cubicBezTo>
                    <a:pt x="1820" y="62054"/>
                    <a:pt x="2864" y="63847"/>
                    <a:pt x="2918" y="65828"/>
                  </a:cubicBezTo>
                  <a:cubicBezTo>
                    <a:pt x="2918" y="65882"/>
                    <a:pt x="2944" y="65935"/>
                    <a:pt x="2998" y="65962"/>
                  </a:cubicBezTo>
                  <a:cubicBezTo>
                    <a:pt x="4952" y="66925"/>
                    <a:pt x="6156" y="68879"/>
                    <a:pt x="6156" y="71047"/>
                  </a:cubicBezTo>
                  <a:cubicBezTo>
                    <a:pt x="6156" y="73242"/>
                    <a:pt x="4952" y="75196"/>
                    <a:pt x="2998" y="76160"/>
                  </a:cubicBezTo>
                  <a:cubicBezTo>
                    <a:pt x="2944" y="76186"/>
                    <a:pt x="2918" y="76240"/>
                    <a:pt x="2918" y="76267"/>
                  </a:cubicBezTo>
                  <a:cubicBezTo>
                    <a:pt x="2864" y="78274"/>
                    <a:pt x="1820" y="80067"/>
                    <a:pt x="81" y="81084"/>
                  </a:cubicBezTo>
                  <a:cubicBezTo>
                    <a:pt x="27" y="81111"/>
                    <a:pt x="0" y="81191"/>
                    <a:pt x="27" y="81245"/>
                  </a:cubicBezTo>
                  <a:cubicBezTo>
                    <a:pt x="44" y="81296"/>
                    <a:pt x="82" y="81315"/>
                    <a:pt x="122" y="81315"/>
                  </a:cubicBezTo>
                  <a:cubicBezTo>
                    <a:pt x="145" y="81315"/>
                    <a:pt x="168" y="81308"/>
                    <a:pt x="188" y="81299"/>
                  </a:cubicBezTo>
                  <a:cubicBezTo>
                    <a:pt x="1981" y="80255"/>
                    <a:pt x="3105" y="78408"/>
                    <a:pt x="3185" y="76347"/>
                  </a:cubicBezTo>
                  <a:cubicBezTo>
                    <a:pt x="5166" y="75330"/>
                    <a:pt x="6397" y="73296"/>
                    <a:pt x="6397" y="71047"/>
                  </a:cubicBezTo>
                  <a:cubicBezTo>
                    <a:pt x="6397" y="68826"/>
                    <a:pt x="5166" y="66792"/>
                    <a:pt x="3185" y="65748"/>
                  </a:cubicBezTo>
                  <a:cubicBezTo>
                    <a:pt x="3105" y="63767"/>
                    <a:pt x="2061" y="61974"/>
                    <a:pt x="375" y="60930"/>
                  </a:cubicBezTo>
                  <a:cubicBezTo>
                    <a:pt x="2061" y="59859"/>
                    <a:pt x="3105" y="58093"/>
                    <a:pt x="3185" y="56085"/>
                  </a:cubicBezTo>
                  <a:cubicBezTo>
                    <a:pt x="5166" y="55068"/>
                    <a:pt x="6397" y="53034"/>
                    <a:pt x="6397" y="50786"/>
                  </a:cubicBezTo>
                  <a:cubicBezTo>
                    <a:pt x="6397" y="48537"/>
                    <a:pt x="5166" y="46530"/>
                    <a:pt x="3185" y="45486"/>
                  </a:cubicBezTo>
                  <a:cubicBezTo>
                    <a:pt x="3159" y="43586"/>
                    <a:pt x="2061" y="41739"/>
                    <a:pt x="375" y="40668"/>
                  </a:cubicBezTo>
                  <a:cubicBezTo>
                    <a:pt x="1901" y="39705"/>
                    <a:pt x="3292" y="37885"/>
                    <a:pt x="3185" y="35824"/>
                  </a:cubicBezTo>
                  <a:cubicBezTo>
                    <a:pt x="5166" y="34780"/>
                    <a:pt x="6397" y="32772"/>
                    <a:pt x="6397" y="30524"/>
                  </a:cubicBezTo>
                  <a:cubicBezTo>
                    <a:pt x="6397" y="28276"/>
                    <a:pt x="5166" y="26268"/>
                    <a:pt x="3185" y="25225"/>
                  </a:cubicBezTo>
                  <a:cubicBezTo>
                    <a:pt x="3078" y="23244"/>
                    <a:pt x="2061" y="21451"/>
                    <a:pt x="375" y="20407"/>
                  </a:cubicBezTo>
                  <a:cubicBezTo>
                    <a:pt x="2061" y="19336"/>
                    <a:pt x="3185" y="17436"/>
                    <a:pt x="3185" y="15616"/>
                  </a:cubicBezTo>
                  <a:cubicBezTo>
                    <a:pt x="3185" y="15589"/>
                    <a:pt x="3185" y="15562"/>
                    <a:pt x="3185" y="15562"/>
                  </a:cubicBezTo>
                  <a:cubicBezTo>
                    <a:pt x="5166" y="14518"/>
                    <a:pt x="6397" y="12511"/>
                    <a:pt x="6397" y="10263"/>
                  </a:cubicBezTo>
                  <a:cubicBezTo>
                    <a:pt x="6397" y="8014"/>
                    <a:pt x="5166" y="6007"/>
                    <a:pt x="3185" y="4963"/>
                  </a:cubicBezTo>
                  <a:cubicBezTo>
                    <a:pt x="3185" y="3036"/>
                    <a:pt x="1981" y="1055"/>
                    <a:pt x="188" y="11"/>
                  </a:cubicBezTo>
                  <a:cubicBezTo>
                    <a:pt x="173" y="4"/>
                    <a:pt x="157" y="1"/>
                    <a:pt x="1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38"/>
            <p:cNvSpPr/>
            <p:nvPr/>
          </p:nvSpPr>
          <p:spPr>
            <a:xfrm>
              <a:off x="1453950" y="2845375"/>
              <a:ext cx="160600" cy="2032675"/>
            </a:xfrm>
            <a:custGeom>
              <a:avLst/>
              <a:gdLst/>
              <a:ahLst/>
              <a:cxnLst/>
              <a:rect l="l" t="t" r="r" b="b"/>
              <a:pathLst>
                <a:path w="6424" h="81307" extrusionOk="0">
                  <a:moveTo>
                    <a:pt x="133" y="1"/>
                  </a:moveTo>
                  <a:cubicBezTo>
                    <a:pt x="93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27" y="217"/>
                    <a:pt x="80" y="244"/>
                  </a:cubicBezTo>
                  <a:cubicBezTo>
                    <a:pt x="1820" y="1234"/>
                    <a:pt x="2971" y="3188"/>
                    <a:pt x="2944" y="5035"/>
                  </a:cubicBezTo>
                  <a:cubicBezTo>
                    <a:pt x="2944" y="5089"/>
                    <a:pt x="2971" y="5142"/>
                    <a:pt x="2998" y="5142"/>
                  </a:cubicBezTo>
                  <a:cubicBezTo>
                    <a:pt x="4952" y="6133"/>
                    <a:pt x="6156" y="8086"/>
                    <a:pt x="6156" y="10254"/>
                  </a:cubicBezTo>
                  <a:cubicBezTo>
                    <a:pt x="6156" y="12422"/>
                    <a:pt x="4952" y="14376"/>
                    <a:pt x="2998" y="15367"/>
                  </a:cubicBezTo>
                  <a:cubicBezTo>
                    <a:pt x="2971" y="15393"/>
                    <a:pt x="2944" y="15420"/>
                    <a:pt x="2944" y="15474"/>
                  </a:cubicBezTo>
                  <a:cubicBezTo>
                    <a:pt x="2998" y="17347"/>
                    <a:pt x="1847" y="19248"/>
                    <a:pt x="107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0" y="20425"/>
                    <a:pt x="27" y="20479"/>
                    <a:pt x="80" y="20506"/>
                  </a:cubicBezTo>
                  <a:cubicBezTo>
                    <a:pt x="1793" y="21496"/>
                    <a:pt x="2864" y="23289"/>
                    <a:pt x="2944" y="25297"/>
                  </a:cubicBezTo>
                  <a:cubicBezTo>
                    <a:pt x="2944" y="25350"/>
                    <a:pt x="2971" y="25404"/>
                    <a:pt x="2998" y="25404"/>
                  </a:cubicBezTo>
                  <a:cubicBezTo>
                    <a:pt x="4952" y="26394"/>
                    <a:pt x="6156" y="28348"/>
                    <a:pt x="6156" y="30516"/>
                  </a:cubicBezTo>
                  <a:cubicBezTo>
                    <a:pt x="6156" y="32684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44" y="35762"/>
                  </a:cubicBezTo>
                  <a:cubicBezTo>
                    <a:pt x="3105" y="37823"/>
                    <a:pt x="1633" y="39643"/>
                    <a:pt x="107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0" y="40767"/>
                  </a:cubicBezTo>
                  <a:cubicBezTo>
                    <a:pt x="1820" y="41784"/>
                    <a:pt x="2944" y="43631"/>
                    <a:pt x="2944" y="45532"/>
                  </a:cubicBezTo>
                  <a:cubicBezTo>
                    <a:pt x="2944" y="45558"/>
                    <a:pt x="2944" y="45558"/>
                    <a:pt x="2944" y="45558"/>
                  </a:cubicBezTo>
                  <a:cubicBezTo>
                    <a:pt x="2918" y="45612"/>
                    <a:pt x="2971" y="45665"/>
                    <a:pt x="2998" y="45692"/>
                  </a:cubicBezTo>
                  <a:cubicBezTo>
                    <a:pt x="4952" y="46656"/>
                    <a:pt x="6156" y="48610"/>
                    <a:pt x="6156" y="50778"/>
                  </a:cubicBezTo>
                  <a:cubicBezTo>
                    <a:pt x="6156" y="52972"/>
                    <a:pt x="4952" y="54926"/>
                    <a:pt x="2998" y="55890"/>
                  </a:cubicBezTo>
                  <a:cubicBezTo>
                    <a:pt x="2971" y="55917"/>
                    <a:pt x="2944" y="55970"/>
                    <a:pt x="2944" y="55997"/>
                  </a:cubicBezTo>
                  <a:cubicBezTo>
                    <a:pt x="2891" y="58004"/>
                    <a:pt x="1820" y="59798"/>
                    <a:pt x="107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0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873"/>
                    <a:pt x="2971" y="65927"/>
                    <a:pt x="2998" y="65954"/>
                  </a:cubicBezTo>
                  <a:cubicBezTo>
                    <a:pt x="4952" y="66917"/>
                    <a:pt x="6156" y="68871"/>
                    <a:pt x="6156" y="71066"/>
                  </a:cubicBezTo>
                  <a:cubicBezTo>
                    <a:pt x="6156" y="73234"/>
                    <a:pt x="4952" y="75188"/>
                    <a:pt x="2998" y="76151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59"/>
                    <a:pt x="80" y="81076"/>
                  </a:cubicBezTo>
                  <a:cubicBezTo>
                    <a:pt x="27" y="81103"/>
                    <a:pt x="0" y="81183"/>
                    <a:pt x="27" y="81237"/>
                  </a:cubicBezTo>
                  <a:cubicBezTo>
                    <a:pt x="61" y="81288"/>
                    <a:pt x="106" y="81306"/>
                    <a:pt x="147" y="81306"/>
                  </a:cubicBezTo>
                  <a:cubicBezTo>
                    <a:pt x="172" y="81306"/>
                    <a:pt x="195" y="81300"/>
                    <a:pt x="214" y="81290"/>
                  </a:cubicBezTo>
                  <a:cubicBezTo>
                    <a:pt x="2008" y="80247"/>
                    <a:pt x="3105" y="78400"/>
                    <a:pt x="3185" y="76366"/>
                  </a:cubicBezTo>
                  <a:cubicBezTo>
                    <a:pt x="5166" y="75322"/>
                    <a:pt x="6424" y="73288"/>
                    <a:pt x="6424" y="71066"/>
                  </a:cubicBezTo>
                  <a:cubicBezTo>
                    <a:pt x="6424" y="68818"/>
                    <a:pt x="5166" y="66783"/>
                    <a:pt x="3185" y="65766"/>
                  </a:cubicBezTo>
                  <a:cubicBezTo>
                    <a:pt x="3105" y="63759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077"/>
                  </a:cubicBezTo>
                  <a:cubicBezTo>
                    <a:pt x="5166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319" y="37877"/>
                    <a:pt x="3185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66" y="26260"/>
                    <a:pt x="3185" y="25216"/>
                  </a:cubicBezTo>
                  <a:cubicBezTo>
                    <a:pt x="3105" y="23236"/>
                    <a:pt x="2061" y="21442"/>
                    <a:pt x="375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581"/>
                    <a:pt x="3185" y="15581"/>
                    <a:pt x="3185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5" y="4955"/>
                  </a:cubicBezTo>
                  <a:cubicBezTo>
                    <a:pt x="3185" y="3028"/>
                    <a:pt x="2008" y="1047"/>
                    <a:pt x="214" y="30"/>
                  </a:cubicBezTo>
                  <a:cubicBezTo>
                    <a:pt x="184" y="10"/>
                    <a:pt x="157" y="1"/>
                    <a:pt x="1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38"/>
            <p:cNvSpPr/>
            <p:nvPr/>
          </p:nvSpPr>
          <p:spPr>
            <a:xfrm>
              <a:off x="1300050" y="25935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67" y="1"/>
                  </a:moveTo>
                  <a:cubicBezTo>
                    <a:pt x="121" y="1"/>
                    <a:pt x="73" y="26"/>
                    <a:pt x="54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54" y="225"/>
                    <a:pt x="80" y="225"/>
                  </a:cubicBezTo>
                  <a:cubicBezTo>
                    <a:pt x="1820" y="1243"/>
                    <a:pt x="2971" y="3170"/>
                    <a:pt x="2944" y="5043"/>
                  </a:cubicBezTo>
                  <a:cubicBezTo>
                    <a:pt x="2944" y="5070"/>
                    <a:pt x="2971" y="5124"/>
                    <a:pt x="3025" y="5150"/>
                  </a:cubicBezTo>
                  <a:cubicBezTo>
                    <a:pt x="4952" y="6141"/>
                    <a:pt x="6183" y="8095"/>
                    <a:pt x="6183" y="10263"/>
                  </a:cubicBezTo>
                  <a:cubicBezTo>
                    <a:pt x="6183" y="12431"/>
                    <a:pt x="4952" y="14384"/>
                    <a:pt x="3025" y="15375"/>
                  </a:cubicBezTo>
                  <a:cubicBezTo>
                    <a:pt x="2971" y="15402"/>
                    <a:pt x="2944" y="15428"/>
                    <a:pt x="2944" y="15482"/>
                  </a:cubicBezTo>
                  <a:cubicBezTo>
                    <a:pt x="2998" y="17355"/>
                    <a:pt x="1847" y="19256"/>
                    <a:pt x="107" y="20273"/>
                  </a:cubicBezTo>
                  <a:cubicBezTo>
                    <a:pt x="80" y="20300"/>
                    <a:pt x="54" y="20326"/>
                    <a:pt x="27" y="20353"/>
                  </a:cubicBezTo>
                  <a:cubicBezTo>
                    <a:pt x="27" y="20407"/>
                    <a:pt x="27" y="20460"/>
                    <a:pt x="80" y="20514"/>
                  </a:cubicBezTo>
                  <a:cubicBezTo>
                    <a:pt x="1820" y="21504"/>
                    <a:pt x="2891" y="23297"/>
                    <a:pt x="2944" y="25305"/>
                  </a:cubicBezTo>
                  <a:cubicBezTo>
                    <a:pt x="2944" y="25358"/>
                    <a:pt x="2971" y="25385"/>
                    <a:pt x="3025" y="25412"/>
                  </a:cubicBezTo>
                  <a:cubicBezTo>
                    <a:pt x="4952" y="26402"/>
                    <a:pt x="6183" y="28356"/>
                    <a:pt x="6183" y="30524"/>
                  </a:cubicBezTo>
                  <a:cubicBezTo>
                    <a:pt x="6183" y="32692"/>
                    <a:pt x="4952" y="34646"/>
                    <a:pt x="3025" y="35636"/>
                  </a:cubicBezTo>
                  <a:cubicBezTo>
                    <a:pt x="2971" y="35663"/>
                    <a:pt x="2944" y="35717"/>
                    <a:pt x="2944" y="35770"/>
                  </a:cubicBezTo>
                  <a:cubicBezTo>
                    <a:pt x="3105" y="37831"/>
                    <a:pt x="1633" y="39651"/>
                    <a:pt x="107" y="40535"/>
                  </a:cubicBezTo>
                  <a:cubicBezTo>
                    <a:pt x="80" y="40561"/>
                    <a:pt x="54" y="40588"/>
                    <a:pt x="27" y="40615"/>
                  </a:cubicBezTo>
                  <a:cubicBezTo>
                    <a:pt x="27" y="40668"/>
                    <a:pt x="27" y="40749"/>
                    <a:pt x="80" y="40775"/>
                  </a:cubicBezTo>
                  <a:cubicBezTo>
                    <a:pt x="1820" y="41766"/>
                    <a:pt x="2944" y="43639"/>
                    <a:pt x="2944" y="45540"/>
                  </a:cubicBezTo>
                  <a:cubicBezTo>
                    <a:pt x="2944" y="45540"/>
                    <a:pt x="2944" y="45566"/>
                    <a:pt x="2944" y="45566"/>
                  </a:cubicBezTo>
                  <a:cubicBezTo>
                    <a:pt x="2944" y="45620"/>
                    <a:pt x="2971" y="45674"/>
                    <a:pt x="3025" y="45674"/>
                  </a:cubicBezTo>
                  <a:cubicBezTo>
                    <a:pt x="4952" y="46664"/>
                    <a:pt x="6183" y="48618"/>
                    <a:pt x="6183" y="50786"/>
                  </a:cubicBezTo>
                  <a:cubicBezTo>
                    <a:pt x="6183" y="52954"/>
                    <a:pt x="4952" y="54934"/>
                    <a:pt x="3025" y="55898"/>
                  </a:cubicBezTo>
                  <a:cubicBezTo>
                    <a:pt x="2971" y="55925"/>
                    <a:pt x="2944" y="55952"/>
                    <a:pt x="2944" y="56005"/>
                  </a:cubicBezTo>
                  <a:cubicBezTo>
                    <a:pt x="2891" y="58012"/>
                    <a:pt x="1847" y="59806"/>
                    <a:pt x="107" y="60796"/>
                  </a:cubicBezTo>
                  <a:cubicBezTo>
                    <a:pt x="80" y="60823"/>
                    <a:pt x="54" y="60850"/>
                    <a:pt x="27" y="60903"/>
                  </a:cubicBezTo>
                  <a:cubicBezTo>
                    <a:pt x="27" y="60957"/>
                    <a:pt x="27" y="61010"/>
                    <a:pt x="80" y="61037"/>
                  </a:cubicBezTo>
                  <a:cubicBezTo>
                    <a:pt x="1820" y="62054"/>
                    <a:pt x="2891" y="63847"/>
                    <a:pt x="2944" y="65828"/>
                  </a:cubicBezTo>
                  <a:cubicBezTo>
                    <a:pt x="2944" y="65882"/>
                    <a:pt x="2971" y="65935"/>
                    <a:pt x="3025" y="65962"/>
                  </a:cubicBezTo>
                  <a:cubicBezTo>
                    <a:pt x="4952" y="66925"/>
                    <a:pt x="6183" y="68879"/>
                    <a:pt x="6183" y="71047"/>
                  </a:cubicBezTo>
                  <a:cubicBezTo>
                    <a:pt x="6183" y="73242"/>
                    <a:pt x="4952" y="75196"/>
                    <a:pt x="3025" y="76160"/>
                  </a:cubicBezTo>
                  <a:cubicBezTo>
                    <a:pt x="2971" y="76186"/>
                    <a:pt x="2944" y="76240"/>
                    <a:pt x="2944" y="76267"/>
                  </a:cubicBezTo>
                  <a:cubicBezTo>
                    <a:pt x="2891" y="78274"/>
                    <a:pt x="1820" y="80067"/>
                    <a:pt x="80" y="81084"/>
                  </a:cubicBezTo>
                  <a:cubicBezTo>
                    <a:pt x="27" y="81111"/>
                    <a:pt x="0" y="81191"/>
                    <a:pt x="54" y="81245"/>
                  </a:cubicBezTo>
                  <a:cubicBezTo>
                    <a:pt x="71" y="81296"/>
                    <a:pt x="109" y="81315"/>
                    <a:pt x="149" y="81315"/>
                  </a:cubicBezTo>
                  <a:cubicBezTo>
                    <a:pt x="171" y="81315"/>
                    <a:pt x="195" y="81308"/>
                    <a:pt x="214" y="81299"/>
                  </a:cubicBezTo>
                  <a:cubicBezTo>
                    <a:pt x="2007" y="80255"/>
                    <a:pt x="3105" y="78408"/>
                    <a:pt x="3185" y="76347"/>
                  </a:cubicBezTo>
                  <a:cubicBezTo>
                    <a:pt x="5193" y="75330"/>
                    <a:pt x="6424" y="73296"/>
                    <a:pt x="6424" y="71047"/>
                  </a:cubicBezTo>
                  <a:cubicBezTo>
                    <a:pt x="6424" y="68826"/>
                    <a:pt x="5193" y="66792"/>
                    <a:pt x="3185" y="65748"/>
                  </a:cubicBezTo>
                  <a:cubicBezTo>
                    <a:pt x="3132" y="63767"/>
                    <a:pt x="2088" y="61974"/>
                    <a:pt x="402" y="60930"/>
                  </a:cubicBezTo>
                  <a:cubicBezTo>
                    <a:pt x="2088" y="59859"/>
                    <a:pt x="3132" y="58093"/>
                    <a:pt x="3185" y="56085"/>
                  </a:cubicBezTo>
                  <a:cubicBezTo>
                    <a:pt x="5193" y="55068"/>
                    <a:pt x="6424" y="53034"/>
                    <a:pt x="6424" y="50786"/>
                  </a:cubicBezTo>
                  <a:cubicBezTo>
                    <a:pt x="6424" y="48537"/>
                    <a:pt x="5193" y="46530"/>
                    <a:pt x="3185" y="45486"/>
                  </a:cubicBezTo>
                  <a:cubicBezTo>
                    <a:pt x="3185" y="43586"/>
                    <a:pt x="2088" y="41739"/>
                    <a:pt x="402" y="40668"/>
                  </a:cubicBezTo>
                  <a:cubicBezTo>
                    <a:pt x="1927" y="39705"/>
                    <a:pt x="3319" y="37885"/>
                    <a:pt x="3212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93" y="26268"/>
                    <a:pt x="3185" y="25225"/>
                  </a:cubicBezTo>
                  <a:cubicBezTo>
                    <a:pt x="3105" y="23244"/>
                    <a:pt x="2061" y="21451"/>
                    <a:pt x="402" y="20407"/>
                  </a:cubicBezTo>
                  <a:cubicBezTo>
                    <a:pt x="2088" y="19336"/>
                    <a:pt x="3185" y="17436"/>
                    <a:pt x="3185" y="15616"/>
                  </a:cubicBezTo>
                  <a:cubicBezTo>
                    <a:pt x="3185" y="15589"/>
                    <a:pt x="3185" y="15562"/>
                    <a:pt x="3185" y="15562"/>
                  </a:cubicBezTo>
                  <a:cubicBezTo>
                    <a:pt x="5193" y="14518"/>
                    <a:pt x="6424" y="12511"/>
                    <a:pt x="6424" y="10263"/>
                  </a:cubicBezTo>
                  <a:cubicBezTo>
                    <a:pt x="6424" y="8014"/>
                    <a:pt x="5193" y="6007"/>
                    <a:pt x="3185" y="4963"/>
                  </a:cubicBezTo>
                  <a:cubicBezTo>
                    <a:pt x="3185" y="3036"/>
                    <a:pt x="2007" y="1055"/>
                    <a:pt x="214" y="11"/>
                  </a:cubicBezTo>
                  <a:cubicBezTo>
                    <a:pt x="200" y="4"/>
                    <a:pt x="184" y="1"/>
                    <a:pt x="1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38"/>
            <p:cNvSpPr/>
            <p:nvPr/>
          </p:nvSpPr>
          <p:spPr>
            <a:xfrm>
              <a:off x="1146800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20" y="1"/>
                  </a:moveTo>
                  <a:cubicBezTo>
                    <a:pt x="81" y="1"/>
                    <a:pt x="44" y="24"/>
                    <a:pt x="28" y="57"/>
                  </a:cubicBezTo>
                  <a:cubicBezTo>
                    <a:pt x="28" y="84"/>
                    <a:pt x="1" y="110"/>
                    <a:pt x="1" y="137"/>
                  </a:cubicBezTo>
                  <a:cubicBezTo>
                    <a:pt x="1" y="164"/>
                    <a:pt x="28" y="217"/>
                    <a:pt x="81" y="244"/>
                  </a:cubicBezTo>
                  <a:cubicBezTo>
                    <a:pt x="1821" y="1234"/>
                    <a:pt x="2972" y="3162"/>
                    <a:pt x="2918" y="5035"/>
                  </a:cubicBezTo>
                  <a:cubicBezTo>
                    <a:pt x="2918" y="5089"/>
                    <a:pt x="2945" y="5142"/>
                    <a:pt x="2998" y="5142"/>
                  </a:cubicBezTo>
                  <a:cubicBezTo>
                    <a:pt x="4952" y="6133"/>
                    <a:pt x="6157" y="8086"/>
                    <a:pt x="6157" y="10254"/>
                  </a:cubicBezTo>
                  <a:cubicBezTo>
                    <a:pt x="6157" y="12422"/>
                    <a:pt x="4952" y="14376"/>
                    <a:pt x="2998" y="15367"/>
                  </a:cubicBezTo>
                  <a:cubicBezTo>
                    <a:pt x="2945" y="15393"/>
                    <a:pt x="2918" y="15420"/>
                    <a:pt x="2918" y="15474"/>
                  </a:cubicBezTo>
                  <a:cubicBezTo>
                    <a:pt x="2972" y="17321"/>
                    <a:pt x="1848" y="19248"/>
                    <a:pt x="81" y="20265"/>
                  </a:cubicBezTo>
                  <a:cubicBezTo>
                    <a:pt x="54" y="20292"/>
                    <a:pt x="28" y="20318"/>
                    <a:pt x="1" y="20345"/>
                  </a:cubicBezTo>
                  <a:cubicBezTo>
                    <a:pt x="1" y="20425"/>
                    <a:pt x="28" y="20479"/>
                    <a:pt x="81" y="20506"/>
                  </a:cubicBezTo>
                  <a:cubicBezTo>
                    <a:pt x="1794" y="21496"/>
                    <a:pt x="2865" y="23289"/>
                    <a:pt x="2918" y="25297"/>
                  </a:cubicBezTo>
                  <a:cubicBezTo>
                    <a:pt x="2918" y="25350"/>
                    <a:pt x="2945" y="25404"/>
                    <a:pt x="2998" y="25404"/>
                  </a:cubicBezTo>
                  <a:cubicBezTo>
                    <a:pt x="4952" y="26394"/>
                    <a:pt x="6157" y="28348"/>
                    <a:pt x="6157" y="30516"/>
                  </a:cubicBezTo>
                  <a:cubicBezTo>
                    <a:pt x="6157" y="32684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9" y="37823"/>
                    <a:pt x="1633" y="39643"/>
                    <a:pt x="81" y="40526"/>
                  </a:cubicBezTo>
                  <a:cubicBezTo>
                    <a:pt x="54" y="40553"/>
                    <a:pt x="28" y="40580"/>
                    <a:pt x="1" y="40633"/>
                  </a:cubicBezTo>
                  <a:cubicBezTo>
                    <a:pt x="1" y="40687"/>
                    <a:pt x="28" y="40741"/>
                    <a:pt x="81" y="40767"/>
                  </a:cubicBezTo>
                  <a:cubicBezTo>
                    <a:pt x="1821" y="41784"/>
                    <a:pt x="2918" y="43631"/>
                    <a:pt x="2918" y="45532"/>
                  </a:cubicBezTo>
                  <a:cubicBezTo>
                    <a:pt x="2918" y="45532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52" y="46656"/>
                    <a:pt x="6157" y="48610"/>
                    <a:pt x="6157" y="50778"/>
                  </a:cubicBezTo>
                  <a:cubicBezTo>
                    <a:pt x="6157" y="52972"/>
                    <a:pt x="4952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91" y="58004"/>
                    <a:pt x="1821" y="59798"/>
                    <a:pt x="81" y="60815"/>
                  </a:cubicBezTo>
                  <a:cubicBezTo>
                    <a:pt x="54" y="60815"/>
                    <a:pt x="28" y="60841"/>
                    <a:pt x="1" y="60895"/>
                  </a:cubicBezTo>
                  <a:cubicBezTo>
                    <a:pt x="1" y="60949"/>
                    <a:pt x="28" y="61002"/>
                    <a:pt x="81" y="61029"/>
                  </a:cubicBezTo>
                  <a:cubicBezTo>
                    <a:pt x="1821" y="62046"/>
                    <a:pt x="2891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52" y="66917"/>
                    <a:pt x="6157" y="68871"/>
                    <a:pt x="6157" y="71066"/>
                  </a:cubicBezTo>
                  <a:cubicBezTo>
                    <a:pt x="6157" y="73234"/>
                    <a:pt x="4952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8" y="81103"/>
                    <a:pt x="1" y="81183"/>
                    <a:pt x="28" y="81237"/>
                  </a:cubicBezTo>
                  <a:cubicBezTo>
                    <a:pt x="44" y="81288"/>
                    <a:pt x="83" y="81306"/>
                    <a:pt x="129" y="81306"/>
                  </a:cubicBezTo>
                  <a:cubicBezTo>
                    <a:pt x="156" y="81306"/>
                    <a:pt x="185" y="81300"/>
                    <a:pt x="215" y="81290"/>
                  </a:cubicBezTo>
                  <a:cubicBezTo>
                    <a:pt x="1981" y="80247"/>
                    <a:pt x="3106" y="78400"/>
                    <a:pt x="3186" y="76366"/>
                  </a:cubicBezTo>
                  <a:cubicBezTo>
                    <a:pt x="5167" y="75322"/>
                    <a:pt x="6398" y="73288"/>
                    <a:pt x="6398" y="71066"/>
                  </a:cubicBezTo>
                  <a:cubicBezTo>
                    <a:pt x="6398" y="68818"/>
                    <a:pt x="5167" y="66783"/>
                    <a:pt x="3186" y="65766"/>
                  </a:cubicBezTo>
                  <a:cubicBezTo>
                    <a:pt x="3106" y="63759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077"/>
                  </a:cubicBezTo>
                  <a:cubicBezTo>
                    <a:pt x="5167" y="55060"/>
                    <a:pt x="6398" y="53026"/>
                    <a:pt x="6398" y="50778"/>
                  </a:cubicBezTo>
                  <a:cubicBezTo>
                    <a:pt x="6398" y="48556"/>
                    <a:pt x="5167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293" y="37877"/>
                    <a:pt x="3186" y="35816"/>
                  </a:cubicBezTo>
                  <a:cubicBezTo>
                    <a:pt x="5167" y="34799"/>
                    <a:pt x="6398" y="32764"/>
                    <a:pt x="6398" y="30516"/>
                  </a:cubicBezTo>
                  <a:cubicBezTo>
                    <a:pt x="6398" y="28268"/>
                    <a:pt x="5167" y="26260"/>
                    <a:pt x="3186" y="25216"/>
                  </a:cubicBezTo>
                  <a:cubicBezTo>
                    <a:pt x="3079" y="23236"/>
                    <a:pt x="2062" y="21442"/>
                    <a:pt x="375" y="20399"/>
                  </a:cubicBezTo>
                  <a:cubicBezTo>
                    <a:pt x="2088" y="19328"/>
                    <a:pt x="3186" y="17401"/>
                    <a:pt x="3186" y="15554"/>
                  </a:cubicBezTo>
                  <a:cubicBezTo>
                    <a:pt x="5167" y="14510"/>
                    <a:pt x="6398" y="12503"/>
                    <a:pt x="6398" y="10254"/>
                  </a:cubicBezTo>
                  <a:cubicBezTo>
                    <a:pt x="6398" y="8006"/>
                    <a:pt x="5167" y="5999"/>
                    <a:pt x="3186" y="4955"/>
                  </a:cubicBezTo>
                  <a:cubicBezTo>
                    <a:pt x="3186" y="3028"/>
                    <a:pt x="1981" y="1047"/>
                    <a:pt x="188" y="30"/>
                  </a:cubicBezTo>
                  <a:cubicBezTo>
                    <a:pt x="168" y="10"/>
                    <a:pt x="143" y="1"/>
                    <a:pt x="1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38"/>
            <p:cNvSpPr/>
            <p:nvPr/>
          </p:nvSpPr>
          <p:spPr>
            <a:xfrm>
              <a:off x="992900" y="25935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67" y="1"/>
                  </a:moveTo>
                  <a:cubicBezTo>
                    <a:pt x="120" y="1"/>
                    <a:pt x="67" y="26"/>
                    <a:pt x="27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54" y="225"/>
                    <a:pt x="81" y="225"/>
                  </a:cubicBezTo>
                  <a:cubicBezTo>
                    <a:pt x="1821" y="1243"/>
                    <a:pt x="2972" y="3170"/>
                    <a:pt x="2945" y="5043"/>
                  </a:cubicBezTo>
                  <a:cubicBezTo>
                    <a:pt x="2945" y="5070"/>
                    <a:pt x="2972" y="5124"/>
                    <a:pt x="2998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8" y="15375"/>
                  </a:cubicBezTo>
                  <a:cubicBezTo>
                    <a:pt x="2972" y="15402"/>
                    <a:pt x="2945" y="15428"/>
                    <a:pt x="2945" y="15482"/>
                  </a:cubicBezTo>
                  <a:cubicBezTo>
                    <a:pt x="2998" y="17329"/>
                    <a:pt x="1847" y="19256"/>
                    <a:pt x="108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1" y="20407"/>
                    <a:pt x="27" y="20460"/>
                    <a:pt x="81" y="20514"/>
                  </a:cubicBezTo>
                  <a:cubicBezTo>
                    <a:pt x="1794" y="21504"/>
                    <a:pt x="2865" y="23297"/>
                    <a:pt x="2945" y="25305"/>
                  </a:cubicBezTo>
                  <a:cubicBezTo>
                    <a:pt x="2945" y="25358"/>
                    <a:pt x="2972" y="25385"/>
                    <a:pt x="2998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8" y="35636"/>
                  </a:cubicBezTo>
                  <a:cubicBezTo>
                    <a:pt x="2972" y="35663"/>
                    <a:pt x="2945" y="35717"/>
                    <a:pt x="2945" y="35770"/>
                  </a:cubicBezTo>
                  <a:cubicBezTo>
                    <a:pt x="3105" y="37831"/>
                    <a:pt x="1633" y="39651"/>
                    <a:pt x="108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1" y="40668"/>
                    <a:pt x="27" y="40749"/>
                    <a:pt x="81" y="40775"/>
                  </a:cubicBezTo>
                  <a:cubicBezTo>
                    <a:pt x="1821" y="41766"/>
                    <a:pt x="2945" y="43639"/>
                    <a:pt x="2945" y="45540"/>
                  </a:cubicBezTo>
                  <a:cubicBezTo>
                    <a:pt x="2945" y="45540"/>
                    <a:pt x="2945" y="45566"/>
                    <a:pt x="2945" y="45566"/>
                  </a:cubicBezTo>
                  <a:cubicBezTo>
                    <a:pt x="2918" y="45620"/>
                    <a:pt x="2972" y="45674"/>
                    <a:pt x="2998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8" y="55898"/>
                  </a:cubicBezTo>
                  <a:cubicBezTo>
                    <a:pt x="2972" y="55925"/>
                    <a:pt x="2945" y="55952"/>
                    <a:pt x="2945" y="56005"/>
                  </a:cubicBezTo>
                  <a:cubicBezTo>
                    <a:pt x="2891" y="58012"/>
                    <a:pt x="1821" y="59806"/>
                    <a:pt x="108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1" y="60957"/>
                    <a:pt x="27" y="61010"/>
                    <a:pt x="81" y="61037"/>
                  </a:cubicBezTo>
                  <a:cubicBezTo>
                    <a:pt x="1821" y="62054"/>
                    <a:pt x="2891" y="63847"/>
                    <a:pt x="2945" y="65828"/>
                  </a:cubicBezTo>
                  <a:cubicBezTo>
                    <a:pt x="2945" y="65882"/>
                    <a:pt x="2972" y="65935"/>
                    <a:pt x="2998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8" y="76160"/>
                  </a:cubicBezTo>
                  <a:cubicBezTo>
                    <a:pt x="2972" y="76186"/>
                    <a:pt x="2945" y="76240"/>
                    <a:pt x="2945" y="76267"/>
                  </a:cubicBezTo>
                  <a:cubicBezTo>
                    <a:pt x="2891" y="78274"/>
                    <a:pt x="1821" y="80067"/>
                    <a:pt x="81" y="81084"/>
                  </a:cubicBezTo>
                  <a:cubicBezTo>
                    <a:pt x="27" y="81111"/>
                    <a:pt x="1" y="81191"/>
                    <a:pt x="27" y="81245"/>
                  </a:cubicBezTo>
                  <a:cubicBezTo>
                    <a:pt x="61" y="81296"/>
                    <a:pt x="106" y="81315"/>
                    <a:pt x="148" y="81315"/>
                  </a:cubicBezTo>
                  <a:cubicBezTo>
                    <a:pt x="172" y="81315"/>
                    <a:pt x="195" y="81308"/>
                    <a:pt x="215" y="81299"/>
                  </a:cubicBezTo>
                  <a:cubicBezTo>
                    <a:pt x="2008" y="80255"/>
                    <a:pt x="3105" y="78408"/>
                    <a:pt x="3186" y="76347"/>
                  </a:cubicBezTo>
                  <a:cubicBezTo>
                    <a:pt x="5193" y="75330"/>
                    <a:pt x="6424" y="73296"/>
                    <a:pt x="6424" y="71047"/>
                  </a:cubicBezTo>
                  <a:cubicBezTo>
                    <a:pt x="6424" y="68826"/>
                    <a:pt x="5193" y="66792"/>
                    <a:pt x="3186" y="65748"/>
                  </a:cubicBezTo>
                  <a:cubicBezTo>
                    <a:pt x="3105" y="63767"/>
                    <a:pt x="2088" y="61974"/>
                    <a:pt x="402" y="60930"/>
                  </a:cubicBezTo>
                  <a:cubicBezTo>
                    <a:pt x="2088" y="59859"/>
                    <a:pt x="3105" y="58093"/>
                    <a:pt x="3186" y="56085"/>
                  </a:cubicBezTo>
                  <a:cubicBezTo>
                    <a:pt x="5193" y="55068"/>
                    <a:pt x="6424" y="53034"/>
                    <a:pt x="6424" y="50786"/>
                  </a:cubicBezTo>
                  <a:cubicBezTo>
                    <a:pt x="6424" y="48537"/>
                    <a:pt x="5193" y="46530"/>
                    <a:pt x="3186" y="45486"/>
                  </a:cubicBezTo>
                  <a:cubicBezTo>
                    <a:pt x="3159" y="43586"/>
                    <a:pt x="2088" y="41739"/>
                    <a:pt x="402" y="40668"/>
                  </a:cubicBezTo>
                  <a:cubicBezTo>
                    <a:pt x="1901" y="39705"/>
                    <a:pt x="3320" y="37885"/>
                    <a:pt x="3186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93" y="26268"/>
                    <a:pt x="3186" y="25225"/>
                  </a:cubicBezTo>
                  <a:cubicBezTo>
                    <a:pt x="3105" y="23244"/>
                    <a:pt x="2062" y="21451"/>
                    <a:pt x="402" y="20407"/>
                  </a:cubicBezTo>
                  <a:cubicBezTo>
                    <a:pt x="2088" y="19336"/>
                    <a:pt x="3186" y="17436"/>
                    <a:pt x="3186" y="15616"/>
                  </a:cubicBezTo>
                  <a:cubicBezTo>
                    <a:pt x="3186" y="15589"/>
                    <a:pt x="3186" y="15562"/>
                    <a:pt x="3186" y="15562"/>
                  </a:cubicBezTo>
                  <a:cubicBezTo>
                    <a:pt x="5193" y="14518"/>
                    <a:pt x="6424" y="12511"/>
                    <a:pt x="6424" y="10263"/>
                  </a:cubicBezTo>
                  <a:cubicBezTo>
                    <a:pt x="6424" y="8014"/>
                    <a:pt x="5193" y="6007"/>
                    <a:pt x="3186" y="4963"/>
                  </a:cubicBezTo>
                  <a:cubicBezTo>
                    <a:pt x="3186" y="3036"/>
                    <a:pt x="2008" y="1055"/>
                    <a:pt x="215" y="11"/>
                  </a:cubicBezTo>
                  <a:cubicBezTo>
                    <a:pt x="200" y="4"/>
                    <a:pt x="184" y="1"/>
                    <a:pt x="1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38"/>
            <p:cNvSpPr/>
            <p:nvPr/>
          </p:nvSpPr>
          <p:spPr>
            <a:xfrm>
              <a:off x="839675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0" y="84"/>
                    <a:pt x="0" y="110"/>
                    <a:pt x="0" y="137"/>
                  </a:cubicBezTo>
                  <a:cubicBezTo>
                    <a:pt x="0" y="164"/>
                    <a:pt x="27" y="217"/>
                    <a:pt x="54" y="244"/>
                  </a:cubicBezTo>
                  <a:cubicBezTo>
                    <a:pt x="1794" y="1234"/>
                    <a:pt x="2971" y="3162"/>
                    <a:pt x="2918" y="5035"/>
                  </a:cubicBezTo>
                  <a:cubicBezTo>
                    <a:pt x="2918" y="5089"/>
                    <a:pt x="2945" y="5142"/>
                    <a:pt x="2998" y="5142"/>
                  </a:cubicBezTo>
                  <a:cubicBezTo>
                    <a:pt x="4925" y="6133"/>
                    <a:pt x="6156" y="8086"/>
                    <a:pt x="6156" y="10254"/>
                  </a:cubicBezTo>
                  <a:cubicBezTo>
                    <a:pt x="6156" y="12422"/>
                    <a:pt x="4925" y="14376"/>
                    <a:pt x="2998" y="15367"/>
                  </a:cubicBezTo>
                  <a:cubicBezTo>
                    <a:pt x="2945" y="15393"/>
                    <a:pt x="2918" y="15420"/>
                    <a:pt x="2918" y="15474"/>
                  </a:cubicBezTo>
                  <a:cubicBezTo>
                    <a:pt x="2971" y="17321"/>
                    <a:pt x="1847" y="19248"/>
                    <a:pt x="81" y="20265"/>
                  </a:cubicBezTo>
                  <a:cubicBezTo>
                    <a:pt x="54" y="20292"/>
                    <a:pt x="27" y="20318"/>
                    <a:pt x="0" y="20345"/>
                  </a:cubicBezTo>
                  <a:cubicBezTo>
                    <a:pt x="0" y="20425"/>
                    <a:pt x="27" y="20479"/>
                    <a:pt x="54" y="20506"/>
                  </a:cubicBezTo>
                  <a:cubicBezTo>
                    <a:pt x="1794" y="21496"/>
                    <a:pt x="2864" y="23289"/>
                    <a:pt x="2918" y="25297"/>
                  </a:cubicBezTo>
                  <a:cubicBezTo>
                    <a:pt x="2918" y="25350"/>
                    <a:pt x="2945" y="25404"/>
                    <a:pt x="2998" y="25404"/>
                  </a:cubicBezTo>
                  <a:cubicBezTo>
                    <a:pt x="4925" y="26394"/>
                    <a:pt x="6156" y="28348"/>
                    <a:pt x="6156" y="30516"/>
                  </a:cubicBezTo>
                  <a:cubicBezTo>
                    <a:pt x="6156" y="32684"/>
                    <a:pt x="4925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8" y="37823"/>
                    <a:pt x="1606" y="39643"/>
                    <a:pt x="81" y="40526"/>
                  </a:cubicBezTo>
                  <a:cubicBezTo>
                    <a:pt x="54" y="40553"/>
                    <a:pt x="27" y="40580"/>
                    <a:pt x="0" y="40633"/>
                  </a:cubicBezTo>
                  <a:cubicBezTo>
                    <a:pt x="0" y="40687"/>
                    <a:pt x="27" y="40741"/>
                    <a:pt x="54" y="40767"/>
                  </a:cubicBezTo>
                  <a:cubicBezTo>
                    <a:pt x="1794" y="41784"/>
                    <a:pt x="2918" y="43631"/>
                    <a:pt x="2918" y="45532"/>
                  </a:cubicBezTo>
                  <a:cubicBezTo>
                    <a:pt x="2918" y="45558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25" y="46656"/>
                    <a:pt x="6156" y="48610"/>
                    <a:pt x="6156" y="50778"/>
                  </a:cubicBezTo>
                  <a:cubicBezTo>
                    <a:pt x="6156" y="52972"/>
                    <a:pt x="4925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64" y="58004"/>
                    <a:pt x="1820" y="59798"/>
                    <a:pt x="81" y="60815"/>
                  </a:cubicBezTo>
                  <a:cubicBezTo>
                    <a:pt x="54" y="60815"/>
                    <a:pt x="27" y="60841"/>
                    <a:pt x="0" y="60895"/>
                  </a:cubicBezTo>
                  <a:cubicBezTo>
                    <a:pt x="0" y="60949"/>
                    <a:pt x="27" y="61002"/>
                    <a:pt x="54" y="61029"/>
                  </a:cubicBezTo>
                  <a:cubicBezTo>
                    <a:pt x="1794" y="62046"/>
                    <a:pt x="2864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25" y="66917"/>
                    <a:pt x="6156" y="68871"/>
                    <a:pt x="6156" y="71066"/>
                  </a:cubicBezTo>
                  <a:cubicBezTo>
                    <a:pt x="6156" y="73234"/>
                    <a:pt x="4925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64" y="78266"/>
                    <a:pt x="1794" y="80059"/>
                    <a:pt x="81" y="81076"/>
                  </a:cubicBezTo>
                  <a:cubicBezTo>
                    <a:pt x="0" y="81103"/>
                    <a:pt x="0" y="81183"/>
                    <a:pt x="27" y="81237"/>
                  </a:cubicBezTo>
                  <a:cubicBezTo>
                    <a:pt x="44" y="81288"/>
                    <a:pt x="83" y="81306"/>
                    <a:pt x="122" y="81306"/>
                  </a:cubicBezTo>
                  <a:cubicBezTo>
                    <a:pt x="145" y="81306"/>
                    <a:pt x="168" y="81300"/>
                    <a:pt x="188" y="81290"/>
                  </a:cubicBezTo>
                  <a:cubicBezTo>
                    <a:pt x="1981" y="80247"/>
                    <a:pt x="3105" y="78400"/>
                    <a:pt x="3159" y="76366"/>
                  </a:cubicBezTo>
                  <a:cubicBezTo>
                    <a:pt x="5166" y="75322"/>
                    <a:pt x="6397" y="73288"/>
                    <a:pt x="6397" y="71066"/>
                  </a:cubicBezTo>
                  <a:cubicBezTo>
                    <a:pt x="6397" y="68818"/>
                    <a:pt x="5166" y="66783"/>
                    <a:pt x="3159" y="65766"/>
                  </a:cubicBezTo>
                  <a:cubicBezTo>
                    <a:pt x="3105" y="63759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59" y="56077"/>
                  </a:cubicBezTo>
                  <a:cubicBezTo>
                    <a:pt x="5166" y="55060"/>
                    <a:pt x="6397" y="53026"/>
                    <a:pt x="6397" y="50778"/>
                  </a:cubicBezTo>
                  <a:cubicBezTo>
                    <a:pt x="6397" y="48556"/>
                    <a:pt x="5166" y="46522"/>
                    <a:pt x="3159" y="45505"/>
                  </a:cubicBezTo>
                  <a:cubicBezTo>
                    <a:pt x="3159" y="43604"/>
                    <a:pt x="2061" y="41731"/>
                    <a:pt x="375" y="40660"/>
                  </a:cubicBezTo>
                  <a:cubicBezTo>
                    <a:pt x="1901" y="39697"/>
                    <a:pt x="3292" y="37877"/>
                    <a:pt x="3185" y="35816"/>
                  </a:cubicBezTo>
                  <a:cubicBezTo>
                    <a:pt x="5166" y="34799"/>
                    <a:pt x="6397" y="32764"/>
                    <a:pt x="6397" y="30516"/>
                  </a:cubicBezTo>
                  <a:cubicBezTo>
                    <a:pt x="6397" y="28268"/>
                    <a:pt x="5166" y="26260"/>
                    <a:pt x="3159" y="25216"/>
                  </a:cubicBezTo>
                  <a:cubicBezTo>
                    <a:pt x="3078" y="23236"/>
                    <a:pt x="2035" y="21442"/>
                    <a:pt x="375" y="20399"/>
                  </a:cubicBezTo>
                  <a:cubicBezTo>
                    <a:pt x="2061" y="19328"/>
                    <a:pt x="3159" y="17454"/>
                    <a:pt x="3159" y="15608"/>
                  </a:cubicBezTo>
                  <a:cubicBezTo>
                    <a:pt x="3159" y="15581"/>
                    <a:pt x="3159" y="15581"/>
                    <a:pt x="3159" y="15554"/>
                  </a:cubicBezTo>
                  <a:cubicBezTo>
                    <a:pt x="5166" y="14510"/>
                    <a:pt x="6397" y="12503"/>
                    <a:pt x="6397" y="10254"/>
                  </a:cubicBezTo>
                  <a:cubicBezTo>
                    <a:pt x="6397" y="8006"/>
                    <a:pt x="5166" y="5999"/>
                    <a:pt x="3159" y="4955"/>
                  </a:cubicBezTo>
                  <a:cubicBezTo>
                    <a:pt x="3159" y="3028"/>
                    <a:pt x="1981" y="1047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38"/>
            <p:cNvSpPr/>
            <p:nvPr/>
          </p:nvSpPr>
          <p:spPr>
            <a:xfrm>
              <a:off x="685775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0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27" y="92"/>
                    <a:pt x="0" y="118"/>
                    <a:pt x="0" y="118"/>
                  </a:cubicBezTo>
                  <a:cubicBezTo>
                    <a:pt x="0" y="172"/>
                    <a:pt x="27" y="225"/>
                    <a:pt x="81" y="225"/>
                  </a:cubicBezTo>
                  <a:cubicBezTo>
                    <a:pt x="1820" y="1243"/>
                    <a:pt x="2944" y="3170"/>
                    <a:pt x="2918" y="5043"/>
                  </a:cubicBezTo>
                  <a:cubicBezTo>
                    <a:pt x="2918" y="5070"/>
                    <a:pt x="2944" y="5124"/>
                    <a:pt x="2998" y="5150"/>
                  </a:cubicBezTo>
                  <a:cubicBezTo>
                    <a:pt x="4952" y="6141"/>
                    <a:pt x="6156" y="8095"/>
                    <a:pt x="6156" y="10263"/>
                  </a:cubicBezTo>
                  <a:cubicBezTo>
                    <a:pt x="6156" y="12431"/>
                    <a:pt x="4952" y="14384"/>
                    <a:pt x="2998" y="15375"/>
                  </a:cubicBezTo>
                  <a:cubicBezTo>
                    <a:pt x="2944" y="15402"/>
                    <a:pt x="2918" y="15428"/>
                    <a:pt x="2918" y="15482"/>
                  </a:cubicBezTo>
                  <a:cubicBezTo>
                    <a:pt x="2998" y="17329"/>
                    <a:pt x="1847" y="19256"/>
                    <a:pt x="81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0" y="20407"/>
                    <a:pt x="27" y="20460"/>
                    <a:pt x="81" y="20514"/>
                  </a:cubicBezTo>
                  <a:cubicBezTo>
                    <a:pt x="1794" y="21504"/>
                    <a:pt x="2864" y="23297"/>
                    <a:pt x="2918" y="25305"/>
                  </a:cubicBezTo>
                  <a:cubicBezTo>
                    <a:pt x="2918" y="25358"/>
                    <a:pt x="2944" y="25385"/>
                    <a:pt x="2998" y="25412"/>
                  </a:cubicBezTo>
                  <a:cubicBezTo>
                    <a:pt x="4952" y="26402"/>
                    <a:pt x="6156" y="28356"/>
                    <a:pt x="6156" y="30524"/>
                  </a:cubicBezTo>
                  <a:cubicBezTo>
                    <a:pt x="6156" y="32692"/>
                    <a:pt x="4952" y="34646"/>
                    <a:pt x="2998" y="35636"/>
                  </a:cubicBezTo>
                  <a:cubicBezTo>
                    <a:pt x="2944" y="35663"/>
                    <a:pt x="2918" y="35717"/>
                    <a:pt x="2918" y="35770"/>
                  </a:cubicBezTo>
                  <a:cubicBezTo>
                    <a:pt x="3078" y="37831"/>
                    <a:pt x="1633" y="39651"/>
                    <a:pt x="81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0" y="40668"/>
                    <a:pt x="27" y="40749"/>
                    <a:pt x="81" y="40775"/>
                  </a:cubicBezTo>
                  <a:cubicBezTo>
                    <a:pt x="1820" y="41766"/>
                    <a:pt x="2918" y="43639"/>
                    <a:pt x="2918" y="45540"/>
                  </a:cubicBezTo>
                  <a:lnTo>
                    <a:pt x="2918" y="45566"/>
                  </a:lnTo>
                  <a:cubicBezTo>
                    <a:pt x="2918" y="45620"/>
                    <a:pt x="2944" y="45674"/>
                    <a:pt x="2998" y="45674"/>
                  </a:cubicBezTo>
                  <a:cubicBezTo>
                    <a:pt x="4952" y="46664"/>
                    <a:pt x="6156" y="48618"/>
                    <a:pt x="6156" y="50786"/>
                  </a:cubicBezTo>
                  <a:cubicBezTo>
                    <a:pt x="6156" y="52954"/>
                    <a:pt x="4952" y="54934"/>
                    <a:pt x="2998" y="55898"/>
                  </a:cubicBezTo>
                  <a:cubicBezTo>
                    <a:pt x="2944" y="55925"/>
                    <a:pt x="2918" y="55952"/>
                    <a:pt x="2918" y="56005"/>
                  </a:cubicBezTo>
                  <a:cubicBezTo>
                    <a:pt x="2891" y="58012"/>
                    <a:pt x="1820" y="59806"/>
                    <a:pt x="81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0" y="60957"/>
                    <a:pt x="27" y="61010"/>
                    <a:pt x="81" y="61037"/>
                  </a:cubicBezTo>
                  <a:cubicBezTo>
                    <a:pt x="1820" y="62054"/>
                    <a:pt x="2891" y="63847"/>
                    <a:pt x="2918" y="65828"/>
                  </a:cubicBezTo>
                  <a:cubicBezTo>
                    <a:pt x="2918" y="65882"/>
                    <a:pt x="2944" y="65935"/>
                    <a:pt x="2998" y="65962"/>
                  </a:cubicBezTo>
                  <a:cubicBezTo>
                    <a:pt x="4952" y="66925"/>
                    <a:pt x="6156" y="68879"/>
                    <a:pt x="6156" y="71047"/>
                  </a:cubicBezTo>
                  <a:cubicBezTo>
                    <a:pt x="6156" y="73242"/>
                    <a:pt x="4952" y="75196"/>
                    <a:pt x="2998" y="76160"/>
                  </a:cubicBezTo>
                  <a:cubicBezTo>
                    <a:pt x="2944" y="76186"/>
                    <a:pt x="2918" y="76240"/>
                    <a:pt x="2918" y="76267"/>
                  </a:cubicBezTo>
                  <a:cubicBezTo>
                    <a:pt x="2891" y="78274"/>
                    <a:pt x="1820" y="80067"/>
                    <a:pt x="81" y="81084"/>
                  </a:cubicBezTo>
                  <a:cubicBezTo>
                    <a:pt x="27" y="81111"/>
                    <a:pt x="0" y="81191"/>
                    <a:pt x="27" y="81245"/>
                  </a:cubicBezTo>
                  <a:cubicBezTo>
                    <a:pt x="61" y="81296"/>
                    <a:pt x="95" y="81315"/>
                    <a:pt x="136" y="81315"/>
                  </a:cubicBezTo>
                  <a:cubicBezTo>
                    <a:pt x="159" y="81315"/>
                    <a:pt x="185" y="81308"/>
                    <a:pt x="214" y="81299"/>
                  </a:cubicBezTo>
                  <a:cubicBezTo>
                    <a:pt x="2008" y="80255"/>
                    <a:pt x="3105" y="78408"/>
                    <a:pt x="3185" y="76347"/>
                  </a:cubicBezTo>
                  <a:cubicBezTo>
                    <a:pt x="5166" y="75330"/>
                    <a:pt x="6397" y="73296"/>
                    <a:pt x="6397" y="71047"/>
                  </a:cubicBezTo>
                  <a:cubicBezTo>
                    <a:pt x="6397" y="68826"/>
                    <a:pt x="5166" y="66792"/>
                    <a:pt x="3185" y="65748"/>
                  </a:cubicBezTo>
                  <a:cubicBezTo>
                    <a:pt x="3105" y="63767"/>
                    <a:pt x="2061" y="61974"/>
                    <a:pt x="375" y="60930"/>
                  </a:cubicBezTo>
                  <a:cubicBezTo>
                    <a:pt x="2061" y="59859"/>
                    <a:pt x="3105" y="58093"/>
                    <a:pt x="3185" y="56085"/>
                  </a:cubicBezTo>
                  <a:cubicBezTo>
                    <a:pt x="5166" y="55068"/>
                    <a:pt x="6397" y="53034"/>
                    <a:pt x="6397" y="50786"/>
                  </a:cubicBezTo>
                  <a:cubicBezTo>
                    <a:pt x="6397" y="48537"/>
                    <a:pt x="5166" y="46530"/>
                    <a:pt x="3185" y="45486"/>
                  </a:cubicBezTo>
                  <a:cubicBezTo>
                    <a:pt x="3159" y="43586"/>
                    <a:pt x="2088" y="41739"/>
                    <a:pt x="375" y="40668"/>
                  </a:cubicBezTo>
                  <a:cubicBezTo>
                    <a:pt x="1901" y="39705"/>
                    <a:pt x="3292" y="37885"/>
                    <a:pt x="3185" y="35824"/>
                  </a:cubicBezTo>
                  <a:cubicBezTo>
                    <a:pt x="5166" y="34780"/>
                    <a:pt x="6397" y="32772"/>
                    <a:pt x="6397" y="30524"/>
                  </a:cubicBezTo>
                  <a:cubicBezTo>
                    <a:pt x="6397" y="28276"/>
                    <a:pt x="5166" y="26268"/>
                    <a:pt x="3185" y="25225"/>
                  </a:cubicBezTo>
                  <a:cubicBezTo>
                    <a:pt x="3078" y="23244"/>
                    <a:pt x="2061" y="21451"/>
                    <a:pt x="375" y="20407"/>
                  </a:cubicBezTo>
                  <a:cubicBezTo>
                    <a:pt x="2088" y="19336"/>
                    <a:pt x="3185" y="17436"/>
                    <a:pt x="3185" y="15616"/>
                  </a:cubicBezTo>
                  <a:cubicBezTo>
                    <a:pt x="3185" y="15589"/>
                    <a:pt x="3185" y="15589"/>
                    <a:pt x="3185" y="15562"/>
                  </a:cubicBezTo>
                  <a:cubicBezTo>
                    <a:pt x="5166" y="14518"/>
                    <a:pt x="6397" y="12511"/>
                    <a:pt x="6397" y="10263"/>
                  </a:cubicBezTo>
                  <a:cubicBezTo>
                    <a:pt x="6397" y="8014"/>
                    <a:pt x="5166" y="6007"/>
                    <a:pt x="3185" y="4963"/>
                  </a:cubicBezTo>
                  <a:cubicBezTo>
                    <a:pt x="3185" y="3036"/>
                    <a:pt x="1981" y="1055"/>
                    <a:pt x="188" y="11"/>
                  </a:cubicBezTo>
                  <a:cubicBezTo>
                    <a:pt x="173" y="4"/>
                    <a:pt x="157" y="1"/>
                    <a:pt x="1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38"/>
            <p:cNvSpPr/>
            <p:nvPr/>
          </p:nvSpPr>
          <p:spPr>
            <a:xfrm>
              <a:off x="531875" y="2845375"/>
              <a:ext cx="160600" cy="2032675"/>
            </a:xfrm>
            <a:custGeom>
              <a:avLst/>
              <a:gdLst/>
              <a:ahLst/>
              <a:cxnLst/>
              <a:rect l="l" t="t" r="r" b="b"/>
              <a:pathLst>
                <a:path w="6424" h="81307" extrusionOk="0">
                  <a:moveTo>
                    <a:pt x="144" y="1"/>
                  </a:moveTo>
                  <a:cubicBezTo>
                    <a:pt x="103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0" y="244"/>
                  </a:cubicBezTo>
                  <a:cubicBezTo>
                    <a:pt x="1820" y="1234"/>
                    <a:pt x="2971" y="3162"/>
                    <a:pt x="2944" y="5035"/>
                  </a:cubicBezTo>
                  <a:cubicBezTo>
                    <a:pt x="2944" y="5089"/>
                    <a:pt x="2971" y="5142"/>
                    <a:pt x="2998" y="5142"/>
                  </a:cubicBezTo>
                  <a:cubicBezTo>
                    <a:pt x="4952" y="6133"/>
                    <a:pt x="6156" y="8086"/>
                    <a:pt x="6156" y="10254"/>
                  </a:cubicBezTo>
                  <a:cubicBezTo>
                    <a:pt x="6156" y="12422"/>
                    <a:pt x="4952" y="14376"/>
                    <a:pt x="2998" y="15367"/>
                  </a:cubicBezTo>
                  <a:cubicBezTo>
                    <a:pt x="2971" y="15393"/>
                    <a:pt x="2944" y="15447"/>
                    <a:pt x="2944" y="15474"/>
                  </a:cubicBezTo>
                  <a:cubicBezTo>
                    <a:pt x="2998" y="17321"/>
                    <a:pt x="1847" y="19248"/>
                    <a:pt x="107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0" y="20425"/>
                    <a:pt x="27" y="20479"/>
                    <a:pt x="80" y="20506"/>
                  </a:cubicBezTo>
                  <a:cubicBezTo>
                    <a:pt x="1793" y="21496"/>
                    <a:pt x="2864" y="23289"/>
                    <a:pt x="2944" y="25297"/>
                  </a:cubicBezTo>
                  <a:cubicBezTo>
                    <a:pt x="2944" y="25350"/>
                    <a:pt x="2971" y="25404"/>
                    <a:pt x="2998" y="25404"/>
                  </a:cubicBezTo>
                  <a:cubicBezTo>
                    <a:pt x="4952" y="26394"/>
                    <a:pt x="6156" y="28348"/>
                    <a:pt x="6156" y="30516"/>
                  </a:cubicBezTo>
                  <a:cubicBezTo>
                    <a:pt x="6156" y="32684"/>
                    <a:pt x="4952" y="34665"/>
                    <a:pt x="2998" y="35628"/>
                  </a:cubicBezTo>
                  <a:cubicBezTo>
                    <a:pt x="2971" y="35655"/>
                    <a:pt x="2944" y="35709"/>
                    <a:pt x="2944" y="35762"/>
                  </a:cubicBezTo>
                  <a:cubicBezTo>
                    <a:pt x="3105" y="37823"/>
                    <a:pt x="1633" y="39643"/>
                    <a:pt x="107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0" y="40767"/>
                  </a:cubicBezTo>
                  <a:cubicBezTo>
                    <a:pt x="1820" y="41784"/>
                    <a:pt x="2944" y="43631"/>
                    <a:pt x="2944" y="45532"/>
                  </a:cubicBezTo>
                  <a:lnTo>
                    <a:pt x="2944" y="45558"/>
                  </a:lnTo>
                  <a:cubicBezTo>
                    <a:pt x="2918" y="45612"/>
                    <a:pt x="2971" y="45665"/>
                    <a:pt x="2998" y="45692"/>
                  </a:cubicBezTo>
                  <a:cubicBezTo>
                    <a:pt x="4952" y="46656"/>
                    <a:pt x="6156" y="48610"/>
                    <a:pt x="6156" y="50778"/>
                  </a:cubicBezTo>
                  <a:cubicBezTo>
                    <a:pt x="6156" y="52972"/>
                    <a:pt x="4952" y="54926"/>
                    <a:pt x="2998" y="55890"/>
                  </a:cubicBezTo>
                  <a:cubicBezTo>
                    <a:pt x="2971" y="55917"/>
                    <a:pt x="2944" y="55970"/>
                    <a:pt x="2944" y="55997"/>
                  </a:cubicBezTo>
                  <a:cubicBezTo>
                    <a:pt x="2891" y="58004"/>
                    <a:pt x="1820" y="59798"/>
                    <a:pt x="107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0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873"/>
                    <a:pt x="2971" y="65927"/>
                    <a:pt x="2998" y="65954"/>
                  </a:cubicBezTo>
                  <a:cubicBezTo>
                    <a:pt x="4952" y="66917"/>
                    <a:pt x="6156" y="68871"/>
                    <a:pt x="6156" y="71066"/>
                  </a:cubicBezTo>
                  <a:cubicBezTo>
                    <a:pt x="6156" y="73234"/>
                    <a:pt x="4952" y="75188"/>
                    <a:pt x="2998" y="76151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59"/>
                    <a:pt x="80" y="81076"/>
                  </a:cubicBezTo>
                  <a:cubicBezTo>
                    <a:pt x="27" y="81103"/>
                    <a:pt x="0" y="81183"/>
                    <a:pt x="54" y="81237"/>
                  </a:cubicBezTo>
                  <a:cubicBezTo>
                    <a:pt x="71" y="81288"/>
                    <a:pt x="109" y="81306"/>
                    <a:pt x="149" y="81306"/>
                  </a:cubicBezTo>
                  <a:cubicBezTo>
                    <a:pt x="171" y="81306"/>
                    <a:pt x="195" y="81300"/>
                    <a:pt x="214" y="81290"/>
                  </a:cubicBezTo>
                  <a:cubicBezTo>
                    <a:pt x="2008" y="80247"/>
                    <a:pt x="3105" y="78400"/>
                    <a:pt x="3185" y="76366"/>
                  </a:cubicBezTo>
                  <a:cubicBezTo>
                    <a:pt x="5193" y="75322"/>
                    <a:pt x="6424" y="73288"/>
                    <a:pt x="6424" y="71066"/>
                  </a:cubicBezTo>
                  <a:cubicBezTo>
                    <a:pt x="6424" y="68818"/>
                    <a:pt x="5193" y="66783"/>
                    <a:pt x="3185" y="65766"/>
                  </a:cubicBezTo>
                  <a:cubicBezTo>
                    <a:pt x="3105" y="63759"/>
                    <a:pt x="2088" y="61992"/>
                    <a:pt x="402" y="60922"/>
                  </a:cubicBezTo>
                  <a:cubicBezTo>
                    <a:pt x="2088" y="59878"/>
                    <a:pt x="3105" y="58085"/>
                    <a:pt x="3185" y="56077"/>
                  </a:cubicBezTo>
                  <a:cubicBezTo>
                    <a:pt x="5193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85" y="43604"/>
                    <a:pt x="2088" y="41731"/>
                    <a:pt x="402" y="40660"/>
                  </a:cubicBezTo>
                  <a:cubicBezTo>
                    <a:pt x="1900" y="39697"/>
                    <a:pt x="3319" y="37877"/>
                    <a:pt x="3185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93" y="26260"/>
                    <a:pt x="3185" y="25216"/>
                  </a:cubicBezTo>
                  <a:cubicBezTo>
                    <a:pt x="3105" y="23236"/>
                    <a:pt x="2061" y="21442"/>
                    <a:pt x="402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581"/>
                    <a:pt x="3185" y="15581"/>
                    <a:pt x="3185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5" y="4955"/>
                  </a:cubicBezTo>
                  <a:cubicBezTo>
                    <a:pt x="3185" y="3028"/>
                    <a:pt x="2008" y="1047"/>
                    <a:pt x="214" y="30"/>
                  </a:cubicBezTo>
                  <a:cubicBezTo>
                    <a:pt x="194" y="10"/>
                    <a:pt x="169" y="1"/>
                    <a:pt x="1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38"/>
            <p:cNvSpPr/>
            <p:nvPr/>
          </p:nvSpPr>
          <p:spPr>
            <a:xfrm>
              <a:off x="378625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1" y="1"/>
                  </a:moveTo>
                  <a:cubicBezTo>
                    <a:pt x="95" y="1"/>
                    <a:pt x="47" y="26"/>
                    <a:pt x="28" y="65"/>
                  </a:cubicBezTo>
                  <a:cubicBezTo>
                    <a:pt x="1" y="92"/>
                    <a:pt x="1" y="118"/>
                    <a:pt x="1" y="118"/>
                  </a:cubicBezTo>
                  <a:cubicBezTo>
                    <a:pt x="1" y="172"/>
                    <a:pt x="28" y="225"/>
                    <a:pt x="54" y="225"/>
                  </a:cubicBezTo>
                  <a:cubicBezTo>
                    <a:pt x="1794" y="1243"/>
                    <a:pt x="2918" y="3116"/>
                    <a:pt x="2918" y="4963"/>
                  </a:cubicBezTo>
                  <a:cubicBezTo>
                    <a:pt x="2918" y="4990"/>
                    <a:pt x="2918" y="5017"/>
                    <a:pt x="2918" y="5043"/>
                  </a:cubicBezTo>
                  <a:cubicBezTo>
                    <a:pt x="2918" y="5070"/>
                    <a:pt x="2945" y="5124"/>
                    <a:pt x="2999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9" y="15375"/>
                  </a:cubicBezTo>
                  <a:cubicBezTo>
                    <a:pt x="2945" y="15402"/>
                    <a:pt x="2918" y="15428"/>
                    <a:pt x="2918" y="15482"/>
                  </a:cubicBezTo>
                  <a:cubicBezTo>
                    <a:pt x="2972" y="17329"/>
                    <a:pt x="1848" y="19256"/>
                    <a:pt x="81" y="20273"/>
                  </a:cubicBezTo>
                  <a:cubicBezTo>
                    <a:pt x="54" y="20300"/>
                    <a:pt x="28" y="20326"/>
                    <a:pt x="1" y="20353"/>
                  </a:cubicBezTo>
                  <a:cubicBezTo>
                    <a:pt x="1" y="20407"/>
                    <a:pt x="28" y="20487"/>
                    <a:pt x="54" y="20514"/>
                  </a:cubicBezTo>
                  <a:cubicBezTo>
                    <a:pt x="1794" y="21504"/>
                    <a:pt x="2865" y="23297"/>
                    <a:pt x="2918" y="25305"/>
                  </a:cubicBezTo>
                  <a:cubicBezTo>
                    <a:pt x="2918" y="25358"/>
                    <a:pt x="2945" y="25412"/>
                    <a:pt x="2999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9" y="35636"/>
                  </a:cubicBezTo>
                  <a:cubicBezTo>
                    <a:pt x="2945" y="35663"/>
                    <a:pt x="2918" y="35717"/>
                    <a:pt x="2918" y="35770"/>
                  </a:cubicBezTo>
                  <a:cubicBezTo>
                    <a:pt x="3079" y="37831"/>
                    <a:pt x="1607" y="39651"/>
                    <a:pt x="81" y="40535"/>
                  </a:cubicBezTo>
                  <a:cubicBezTo>
                    <a:pt x="54" y="40561"/>
                    <a:pt x="28" y="40588"/>
                    <a:pt x="1" y="40615"/>
                  </a:cubicBezTo>
                  <a:cubicBezTo>
                    <a:pt x="1" y="40668"/>
                    <a:pt x="28" y="40749"/>
                    <a:pt x="54" y="40775"/>
                  </a:cubicBezTo>
                  <a:cubicBezTo>
                    <a:pt x="1794" y="41766"/>
                    <a:pt x="2918" y="43639"/>
                    <a:pt x="2918" y="45540"/>
                  </a:cubicBezTo>
                  <a:cubicBezTo>
                    <a:pt x="2918" y="45540"/>
                    <a:pt x="2918" y="45566"/>
                    <a:pt x="2918" y="45566"/>
                  </a:cubicBezTo>
                  <a:cubicBezTo>
                    <a:pt x="2918" y="45620"/>
                    <a:pt x="2945" y="45674"/>
                    <a:pt x="2999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9" y="55898"/>
                  </a:cubicBezTo>
                  <a:cubicBezTo>
                    <a:pt x="2945" y="55925"/>
                    <a:pt x="2918" y="55952"/>
                    <a:pt x="2918" y="56005"/>
                  </a:cubicBezTo>
                  <a:cubicBezTo>
                    <a:pt x="2865" y="58012"/>
                    <a:pt x="1821" y="59806"/>
                    <a:pt x="81" y="60796"/>
                  </a:cubicBezTo>
                  <a:cubicBezTo>
                    <a:pt x="54" y="60823"/>
                    <a:pt x="28" y="60850"/>
                    <a:pt x="1" y="60903"/>
                  </a:cubicBezTo>
                  <a:cubicBezTo>
                    <a:pt x="1" y="60957"/>
                    <a:pt x="28" y="61010"/>
                    <a:pt x="54" y="61037"/>
                  </a:cubicBezTo>
                  <a:cubicBezTo>
                    <a:pt x="1794" y="62054"/>
                    <a:pt x="2865" y="63847"/>
                    <a:pt x="2918" y="65828"/>
                  </a:cubicBezTo>
                  <a:cubicBezTo>
                    <a:pt x="2918" y="65882"/>
                    <a:pt x="2945" y="65935"/>
                    <a:pt x="2999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9" y="76160"/>
                  </a:cubicBezTo>
                  <a:cubicBezTo>
                    <a:pt x="2945" y="76186"/>
                    <a:pt x="2918" y="76240"/>
                    <a:pt x="2918" y="76267"/>
                  </a:cubicBezTo>
                  <a:cubicBezTo>
                    <a:pt x="2865" y="78274"/>
                    <a:pt x="1821" y="80067"/>
                    <a:pt x="81" y="81084"/>
                  </a:cubicBezTo>
                  <a:cubicBezTo>
                    <a:pt x="1" y="81111"/>
                    <a:pt x="1" y="81191"/>
                    <a:pt x="28" y="81245"/>
                  </a:cubicBezTo>
                  <a:cubicBezTo>
                    <a:pt x="45" y="81296"/>
                    <a:pt x="83" y="81315"/>
                    <a:pt x="123" y="81315"/>
                  </a:cubicBezTo>
                  <a:cubicBezTo>
                    <a:pt x="145" y="81315"/>
                    <a:pt x="169" y="81308"/>
                    <a:pt x="188" y="81299"/>
                  </a:cubicBezTo>
                  <a:cubicBezTo>
                    <a:pt x="1981" y="80255"/>
                    <a:pt x="3106" y="78408"/>
                    <a:pt x="3159" y="76347"/>
                  </a:cubicBezTo>
                  <a:cubicBezTo>
                    <a:pt x="5167" y="75330"/>
                    <a:pt x="6398" y="73296"/>
                    <a:pt x="6398" y="71047"/>
                  </a:cubicBezTo>
                  <a:cubicBezTo>
                    <a:pt x="6398" y="68826"/>
                    <a:pt x="5167" y="66792"/>
                    <a:pt x="3159" y="65748"/>
                  </a:cubicBezTo>
                  <a:cubicBezTo>
                    <a:pt x="3106" y="63767"/>
                    <a:pt x="2062" y="61974"/>
                    <a:pt x="376" y="60930"/>
                  </a:cubicBezTo>
                  <a:cubicBezTo>
                    <a:pt x="2062" y="59859"/>
                    <a:pt x="3106" y="58093"/>
                    <a:pt x="3159" y="56085"/>
                  </a:cubicBezTo>
                  <a:cubicBezTo>
                    <a:pt x="5167" y="55068"/>
                    <a:pt x="6398" y="53034"/>
                    <a:pt x="6398" y="50786"/>
                  </a:cubicBezTo>
                  <a:cubicBezTo>
                    <a:pt x="6398" y="48537"/>
                    <a:pt x="5167" y="46530"/>
                    <a:pt x="3159" y="45486"/>
                  </a:cubicBezTo>
                  <a:cubicBezTo>
                    <a:pt x="3159" y="43586"/>
                    <a:pt x="2062" y="41739"/>
                    <a:pt x="376" y="40668"/>
                  </a:cubicBezTo>
                  <a:cubicBezTo>
                    <a:pt x="1901" y="39705"/>
                    <a:pt x="3293" y="37885"/>
                    <a:pt x="3186" y="35824"/>
                  </a:cubicBezTo>
                  <a:cubicBezTo>
                    <a:pt x="5167" y="34780"/>
                    <a:pt x="6398" y="32772"/>
                    <a:pt x="6398" y="30524"/>
                  </a:cubicBezTo>
                  <a:cubicBezTo>
                    <a:pt x="6398" y="28276"/>
                    <a:pt x="5167" y="26268"/>
                    <a:pt x="3159" y="25225"/>
                  </a:cubicBezTo>
                  <a:cubicBezTo>
                    <a:pt x="3079" y="23244"/>
                    <a:pt x="2035" y="21451"/>
                    <a:pt x="376" y="20407"/>
                  </a:cubicBezTo>
                  <a:cubicBezTo>
                    <a:pt x="2062" y="19336"/>
                    <a:pt x="3186" y="17436"/>
                    <a:pt x="3186" y="15616"/>
                  </a:cubicBezTo>
                  <a:cubicBezTo>
                    <a:pt x="3186" y="15589"/>
                    <a:pt x="3186" y="15589"/>
                    <a:pt x="3186" y="15562"/>
                  </a:cubicBezTo>
                  <a:cubicBezTo>
                    <a:pt x="5167" y="14518"/>
                    <a:pt x="6398" y="12511"/>
                    <a:pt x="6398" y="10263"/>
                  </a:cubicBezTo>
                  <a:cubicBezTo>
                    <a:pt x="6398" y="8014"/>
                    <a:pt x="5167" y="6007"/>
                    <a:pt x="3186" y="4963"/>
                  </a:cubicBezTo>
                  <a:cubicBezTo>
                    <a:pt x="3186" y="3036"/>
                    <a:pt x="1981" y="1055"/>
                    <a:pt x="188" y="11"/>
                  </a:cubicBezTo>
                  <a:cubicBezTo>
                    <a:pt x="174" y="4"/>
                    <a:pt x="158" y="1"/>
                    <a:pt x="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38"/>
            <p:cNvSpPr/>
            <p:nvPr/>
          </p:nvSpPr>
          <p:spPr>
            <a:xfrm>
              <a:off x="224725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26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1" y="110"/>
                    <a:pt x="1" y="137"/>
                  </a:cubicBezTo>
                  <a:cubicBezTo>
                    <a:pt x="1" y="164"/>
                    <a:pt x="27" y="217"/>
                    <a:pt x="81" y="244"/>
                  </a:cubicBezTo>
                  <a:cubicBezTo>
                    <a:pt x="1821" y="1234"/>
                    <a:pt x="2972" y="3162"/>
                    <a:pt x="2918" y="5035"/>
                  </a:cubicBezTo>
                  <a:cubicBezTo>
                    <a:pt x="2945" y="5089"/>
                    <a:pt x="2945" y="5142"/>
                    <a:pt x="2998" y="5142"/>
                  </a:cubicBezTo>
                  <a:cubicBezTo>
                    <a:pt x="4952" y="6133"/>
                    <a:pt x="6157" y="8086"/>
                    <a:pt x="6157" y="10254"/>
                  </a:cubicBezTo>
                  <a:cubicBezTo>
                    <a:pt x="6157" y="12422"/>
                    <a:pt x="4952" y="14376"/>
                    <a:pt x="2998" y="15367"/>
                  </a:cubicBezTo>
                  <a:cubicBezTo>
                    <a:pt x="2945" y="15393"/>
                    <a:pt x="2918" y="15447"/>
                    <a:pt x="2918" y="15474"/>
                  </a:cubicBezTo>
                  <a:cubicBezTo>
                    <a:pt x="2972" y="17321"/>
                    <a:pt x="1848" y="19248"/>
                    <a:pt x="108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289"/>
                    <a:pt x="2918" y="25297"/>
                  </a:cubicBezTo>
                  <a:cubicBezTo>
                    <a:pt x="2945" y="25350"/>
                    <a:pt x="2972" y="25404"/>
                    <a:pt x="2998" y="25404"/>
                  </a:cubicBezTo>
                  <a:cubicBezTo>
                    <a:pt x="4952" y="26394"/>
                    <a:pt x="6157" y="28348"/>
                    <a:pt x="6157" y="30516"/>
                  </a:cubicBezTo>
                  <a:cubicBezTo>
                    <a:pt x="6157" y="32684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106" y="37823"/>
                    <a:pt x="1633" y="39643"/>
                    <a:pt x="108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18" y="43631"/>
                    <a:pt x="2918" y="45532"/>
                  </a:cubicBezTo>
                  <a:cubicBezTo>
                    <a:pt x="2918" y="45558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52" y="46656"/>
                    <a:pt x="6157" y="48610"/>
                    <a:pt x="6157" y="50778"/>
                  </a:cubicBezTo>
                  <a:cubicBezTo>
                    <a:pt x="6157" y="52972"/>
                    <a:pt x="4952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52" y="66917"/>
                    <a:pt x="6157" y="68871"/>
                    <a:pt x="6157" y="71066"/>
                  </a:cubicBezTo>
                  <a:cubicBezTo>
                    <a:pt x="6157" y="73234"/>
                    <a:pt x="4952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7" y="81103"/>
                    <a:pt x="1" y="81183"/>
                    <a:pt x="27" y="81237"/>
                  </a:cubicBezTo>
                  <a:cubicBezTo>
                    <a:pt x="61" y="81288"/>
                    <a:pt x="95" y="81306"/>
                    <a:pt x="136" y="81306"/>
                  </a:cubicBezTo>
                  <a:cubicBezTo>
                    <a:pt x="160" y="81306"/>
                    <a:pt x="185" y="81300"/>
                    <a:pt x="215" y="81290"/>
                  </a:cubicBezTo>
                  <a:cubicBezTo>
                    <a:pt x="2008" y="80247"/>
                    <a:pt x="3106" y="78400"/>
                    <a:pt x="3186" y="76366"/>
                  </a:cubicBezTo>
                  <a:cubicBezTo>
                    <a:pt x="5166" y="75322"/>
                    <a:pt x="6398" y="73288"/>
                    <a:pt x="6398" y="71066"/>
                  </a:cubicBezTo>
                  <a:cubicBezTo>
                    <a:pt x="6398" y="68818"/>
                    <a:pt x="5166" y="66783"/>
                    <a:pt x="3186" y="65766"/>
                  </a:cubicBezTo>
                  <a:cubicBezTo>
                    <a:pt x="3106" y="63759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077"/>
                  </a:cubicBezTo>
                  <a:cubicBezTo>
                    <a:pt x="5166" y="55060"/>
                    <a:pt x="6398" y="53026"/>
                    <a:pt x="6398" y="50778"/>
                  </a:cubicBezTo>
                  <a:cubicBezTo>
                    <a:pt x="6398" y="48556"/>
                    <a:pt x="5166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293" y="37877"/>
                    <a:pt x="3186" y="35816"/>
                  </a:cubicBezTo>
                  <a:cubicBezTo>
                    <a:pt x="5166" y="34799"/>
                    <a:pt x="6398" y="32764"/>
                    <a:pt x="6398" y="30516"/>
                  </a:cubicBezTo>
                  <a:cubicBezTo>
                    <a:pt x="6398" y="28268"/>
                    <a:pt x="5166" y="26260"/>
                    <a:pt x="3186" y="25216"/>
                  </a:cubicBezTo>
                  <a:cubicBezTo>
                    <a:pt x="3079" y="23236"/>
                    <a:pt x="2062" y="21442"/>
                    <a:pt x="375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581"/>
                    <a:pt x="3186" y="15581"/>
                    <a:pt x="3186" y="15554"/>
                  </a:cubicBezTo>
                  <a:cubicBezTo>
                    <a:pt x="5166" y="14510"/>
                    <a:pt x="6398" y="12503"/>
                    <a:pt x="6398" y="10254"/>
                  </a:cubicBezTo>
                  <a:cubicBezTo>
                    <a:pt x="6398" y="8006"/>
                    <a:pt x="5166" y="5999"/>
                    <a:pt x="3186" y="4955"/>
                  </a:cubicBezTo>
                  <a:cubicBezTo>
                    <a:pt x="3186" y="3028"/>
                    <a:pt x="1981" y="1047"/>
                    <a:pt x="215" y="30"/>
                  </a:cubicBezTo>
                  <a:cubicBezTo>
                    <a:pt x="184" y="10"/>
                    <a:pt x="153" y="1"/>
                    <a:pt x="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75" name="Google Shape;975;p38"/>
          <p:cNvSpPr/>
          <p:nvPr/>
        </p:nvSpPr>
        <p:spPr>
          <a:xfrm rot="5400000" flipH="1">
            <a:off x="-2397294" y="-774472"/>
            <a:ext cx="5570538" cy="3629454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6" name="Google Shape;976;p38"/>
          <p:cNvSpPr/>
          <p:nvPr/>
        </p:nvSpPr>
        <p:spPr>
          <a:xfrm rot="-7977677">
            <a:off x="6626195" y="2407944"/>
            <a:ext cx="1601627" cy="1536805"/>
          </a:xfrm>
          <a:custGeom>
            <a:avLst/>
            <a:gdLst/>
            <a:ahLst/>
            <a:cxnLst/>
            <a:rect l="l" t="t" r="r" b="b"/>
            <a:pathLst>
              <a:path w="20582" h="19749" extrusionOk="0">
                <a:moveTo>
                  <a:pt x="15178" y="401"/>
                </a:moveTo>
                <a:cubicBezTo>
                  <a:pt x="11542" y="1"/>
                  <a:pt x="4470" y="1235"/>
                  <a:pt x="2235" y="7773"/>
                </a:cubicBezTo>
                <a:cubicBezTo>
                  <a:pt x="0" y="14311"/>
                  <a:pt x="7939" y="17947"/>
                  <a:pt x="11675" y="18848"/>
                </a:cubicBezTo>
                <a:cubicBezTo>
                  <a:pt x="15445" y="19748"/>
                  <a:pt x="20315" y="19448"/>
                  <a:pt x="20448" y="13477"/>
                </a:cubicBezTo>
                <a:cubicBezTo>
                  <a:pt x="20582" y="7506"/>
                  <a:pt x="18780" y="835"/>
                  <a:pt x="15178" y="40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7" name="Google Shape;977;p38"/>
          <p:cNvSpPr/>
          <p:nvPr/>
        </p:nvSpPr>
        <p:spPr>
          <a:xfrm rot="667591">
            <a:off x="5320685" y="2755692"/>
            <a:ext cx="1938907" cy="3305731"/>
          </a:xfrm>
          <a:custGeom>
            <a:avLst/>
            <a:gdLst/>
            <a:ahLst/>
            <a:cxnLst/>
            <a:rect l="l" t="t" r="r" b="b"/>
            <a:pathLst>
              <a:path w="19210" h="32752" extrusionOk="0">
                <a:moveTo>
                  <a:pt x="14053" y="490"/>
                </a:moveTo>
                <a:lnTo>
                  <a:pt x="14053" y="490"/>
                </a:lnTo>
                <a:cubicBezTo>
                  <a:pt x="14026" y="597"/>
                  <a:pt x="13999" y="758"/>
                  <a:pt x="13972" y="918"/>
                </a:cubicBezTo>
                <a:cubicBezTo>
                  <a:pt x="13972" y="865"/>
                  <a:pt x="13972" y="838"/>
                  <a:pt x="13946" y="838"/>
                </a:cubicBezTo>
                <a:cubicBezTo>
                  <a:pt x="13972" y="731"/>
                  <a:pt x="14026" y="597"/>
                  <a:pt x="14053" y="490"/>
                </a:cubicBezTo>
                <a:close/>
                <a:moveTo>
                  <a:pt x="13651" y="1560"/>
                </a:moveTo>
                <a:lnTo>
                  <a:pt x="13651" y="1560"/>
                </a:lnTo>
                <a:cubicBezTo>
                  <a:pt x="13276" y="3862"/>
                  <a:pt x="12045" y="5923"/>
                  <a:pt x="11189" y="8038"/>
                </a:cubicBezTo>
                <a:cubicBezTo>
                  <a:pt x="10522" y="9665"/>
                  <a:pt x="10466" y="11531"/>
                  <a:pt x="10493" y="13318"/>
                </a:cubicBezTo>
                <a:lnTo>
                  <a:pt x="10493" y="13318"/>
                </a:lnTo>
                <a:cubicBezTo>
                  <a:pt x="10490" y="13217"/>
                  <a:pt x="10464" y="13118"/>
                  <a:pt x="10439" y="13043"/>
                </a:cubicBezTo>
                <a:cubicBezTo>
                  <a:pt x="10091" y="10634"/>
                  <a:pt x="9904" y="8412"/>
                  <a:pt x="11001" y="6191"/>
                </a:cubicBezTo>
                <a:cubicBezTo>
                  <a:pt x="11724" y="4772"/>
                  <a:pt x="12714" y="3541"/>
                  <a:pt x="13410" y="2123"/>
                </a:cubicBezTo>
                <a:cubicBezTo>
                  <a:pt x="13491" y="1935"/>
                  <a:pt x="13571" y="1748"/>
                  <a:pt x="13651" y="1560"/>
                </a:cubicBezTo>
                <a:close/>
                <a:moveTo>
                  <a:pt x="13972" y="945"/>
                </a:moveTo>
                <a:lnTo>
                  <a:pt x="13972" y="945"/>
                </a:lnTo>
                <a:cubicBezTo>
                  <a:pt x="13972" y="1079"/>
                  <a:pt x="13946" y="1212"/>
                  <a:pt x="13946" y="1346"/>
                </a:cubicBezTo>
                <a:cubicBezTo>
                  <a:pt x="13946" y="2524"/>
                  <a:pt x="13758" y="3702"/>
                  <a:pt x="13517" y="4853"/>
                </a:cubicBezTo>
                <a:cubicBezTo>
                  <a:pt x="12821" y="7877"/>
                  <a:pt x="11376" y="10580"/>
                  <a:pt x="10760" y="13605"/>
                </a:cubicBezTo>
                <a:cubicBezTo>
                  <a:pt x="10787" y="11357"/>
                  <a:pt x="10921" y="9189"/>
                  <a:pt x="11858" y="7074"/>
                </a:cubicBezTo>
                <a:cubicBezTo>
                  <a:pt x="12741" y="5094"/>
                  <a:pt x="13785" y="3140"/>
                  <a:pt x="13972" y="945"/>
                </a:cubicBezTo>
                <a:close/>
                <a:moveTo>
                  <a:pt x="5002" y="14350"/>
                </a:moveTo>
                <a:cubicBezTo>
                  <a:pt x="5585" y="14350"/>
                  <a:pt x="6085" y="14646"/>
                  <a:pt x="6746" y="15104"/>
                </a:cubicBezTo>
                <a:cubicBezTo>
                  <a:pt x="6879" y="15184"/>
                  <a:pt x="7013" y="15264"/>
                  <a:pt x="7147" y="15372"/>
                </a:cubicBezTo>
                <a:cubicBezTo>
                  <a:pt x="6694" y="15252"/>
                  <a:pt x="6232" y="15200"/>
                  <a:pt x="5767" y="15200"/>
                </a:cubicBezTo>
                <a:cubicBezTo>
                  <a:pt x="4364" y="15200"/>
                  <a:pt x="2927" y="15672"/>
                  <a:pt x="1580" y="16174"/>
                </a:cubicBezTo>
                <a:cubicBezTo>
                  <a:pt x="2329" y="15666"/>
                  <a:pt x="3025" y="15077"/>
                  <a:pt x="3855" y="14676"/>
                </a:cubicBezTo>
                <a:cubicBezTo>
                  <a:pt x="4297" y="14450"/>
                  <a:pt x="4663" y="14350"/>
                  <a:pt x="5002" y="14350"/>
                </a:cubicBezTo>
                <a:close/>
                <a:moveTo>
                  <a:pt x="5753" y="15432"/>
                </a:moveTo>
                <a:cubicBezTo>
                  <a:pt x="6514" y="15432"/>
                  <a:pt x="7262" y="15581"/>
                  <a:pt x="7977" y="15960"/>
                </a:cubicBezTo>
                <a:cubicBezTo>
                  <a:pt x="8619" y="16389"/>
                  <a:pt x="9208" y="16870"/>
                  <a:pt x="9743" y="17406"/>
                </a:cubicBezTo>
                <a:cubicBezTo>
                  <a:pt x="8352" y="16737"/>
                  <a:pt x="6906" y="16389"/>
                  <a:pt x="5381" y="16335"/>
                </a:cubicBezTo>
                <a:lnTo>
                  <a:pt x="4765" y="16335"/>
                </a:lnTo>
                <a:cubicBezTo>
                  <a:pt x="3828" y="16335"/>
                  <a:pt x="2918" y="16469"/>
                  <a:pt x="1981" y="16576"/>
                </a:cubicBezTo>
                <a:cubicBezTo>
                  <a:pt x="1633" y="16603"/>
                  <a:pt x="1312" y="16629"/>
                  <a:pt x="964" y="16656"/>
                </a:cubicBezTo>
                <a:cubicBezTo>
                  <a:pt x="2489" y="16094"/>
                  <a:pt x="4149" y="15432"/>
                  <a:pt x="5753" y="15432"/>
                </a:cubicBezTo>
                <a:close/>
                <a:moveTo>
                  <a:pt x="18748" y="11060"/>
                </a:moveTo>
                <a:cubicBezTo>
                  <a:pt x="18737" y="11089"/>
                  <a:pt x="18737" y="11129"/>
                  <a:pt x="18737" y="11169"/>
                </a:cubicBezTo>
                <a:cubicBezTo>
                  <a:pt x="18603" y="11892"/>
                  <a:pt x="18442" y="12588"/>
                  <a:pt x="18282" y="13284"/>
                </a:cubicBezTo>
                <a:cubicBezTo>
                  <a:pt x="17907" y="14729"/>
                  <a:pt x="17291" y="16255"/>
                  <a:pt x="16087" y="17165"/>
                </a:cubicBezTo>
                <a:cubicBezTo>
                  <a:pt x="14963" y="17995"/>
                  <a:pt x="13223" y="18289"/>
                  <a:pt x="12045" y="19119"/>
                </a:cubicBezTo>
                <a:cubicBezTo>
                  <a:pt x="12473" y="18342"/>
                  <a:pt x="12955" y="17700"/>
                  <a:pt x="13785" y="17218"/>
                </a:cubicBezTo>
                <a:cubicBezTo>
                  <a:pt x="14508" y="16790"/>
                  <a:pt x="15257" y="16469"/>
                  <a:pt x="15873" y="15907"/>
                </a:cubicBezTo>
                <a:cubicBezTo>
                  <a:pt x="16542" y="15291"/>
                  <a:pt x="17077" y="14408"/>
                  <a:pt x="17532" y="13659"/>
                </a:cubicBezTo>
                <a:cubicBezTo>
                  <a:pt x="18036" y="12864"/>
                  <a:pt x="18250" y="11859"/>
                  <a:pt x="18748" y="11060"/>
                </a:cubicBezTo>
                <a:close/>
                <a:moveTo>
                  <a:pt x="18549" y="10928"/>
                </a:moveTo>
                <a:lnTo>
                  <a:pt x="18549" y="10928"/>
                </a:lnTo>
                <a:cubicBezTo>
                  <a:pt x="18201" y="11517"/>
                  <a:pt x="18014" y="12213"/>
                  <a:pt x="17693" y="12856"/>
                </a:cubicBezTo>
                <a:cubicBezTo>
                  <a:pt x="17184" y="13899"/>
                  <a:pt x="16488" y="14863"/>
                  <a:pt x="15712" y="15719"/>
                </a:cubicBezTo>
                <a:cubicBezTo>
                  <a:pt x="15016" y="16469"/>
                  <a:pt x="13919" y="16844"/>
                  <a:pt x="13062" y="17379"/>
                </a:cubicBezTo>
                <a:cubicBezTo>
                  <a:pt x="12313" y="17861"/>
                  <a:pt x="11911" y="18798"/>
                  <a:pt x="11510" y="19547"/>
                </a:cubicBezTo>
                <a:cubicBezTo>
                  <a:pt x="11485" y="19571"/>
                  <a:pt x="11461" y="19573"/>
                  <a:pt x="11457" y="19594"/>
                </a:cubicBezTo>
                <a:lnTo>
                  <a:pt x="11457" y="19594"/>
                </a:lnTo>
                <a:cubicBezTo>
                  <a:pt x="11836" y="15557"/>
                  <a:pt x="16249" y="13818"/>
                  <a:pt x="18549" y="10928"/>
                </a:cubicBezTo>
                <a:close/>
                <a:moveTo>
                  <a:pt x="6505" y="16683"/>
                </a:moveTo>
                <a:lnTo>
                  <a:pt x="6505" y="16683"/>
                </a:lnTo>
                <a:cubicBezTo>
                  <a:pt x="7763" y="16844"/>
                  <a:pt x="8994" y="17245"/>
                  <a:pt x="10145" y="17914"/>
                </a:cubicBezTo>
                <a:cubicBezTo>
                  <a:pt x="10573" y="18450"/>
                  <a:pt x="10921" y="19065"/>
                  <a:pt x="11135" y="19788"/>
                </a:cubicBezTo>
                <a:cubicBezTo>
                  <a:pt x="9315" y="19172"/>
                  <a:pt x="8191" y="17432"/>
                  <a:pt x="6505" y="16683"/>
                </a:cubicBezTo>
                <a:close/>
                <a:moveTo>
                  <a:pt x="6772" y="20270"/>
                </a:moveTo>
                <a:cubicBezTo>
                  <a:pt x="7736" y="21581"/>
                  <a:pt x="9342" y="22384"/>
                  <a:pt x="10466" y="23535"/>
                </a:cubicBezTo>
                <a:cubicBezTo>
                  <a:pt x="9074" y="22598"/>
                  <a:pt x="7120" y="22331"/>
                  <a:pt x="6826" y="20350"/>
                </a:cubicBezTo>
                <a:cubicBezTo>
                  <a:pt x="6799" y="20323"/>
                  <a:pt x="6772" y="20296"/>
                  <a:pt x="6746" y="20270"/>
                </a:cubicBezTo>
                <a:close/>
                <a:moveTo>
                  <a:pt x="16221" y="20698"/>
                </a:moveTo>
                <a:cubicBezTo>
                  <a:pt x="15685" y="21635"/>
                  <a:pt x="14267" y="22304"/>
                  <a:pt x="13464" y="22812"/>
                </a:cubicBezTo>
                <a:cubicBezTo>
                  <a:pt x="12955" y="23187"/>
                  <a:pt x="12233" y="23615"/>
                  <a:pt x="11831" y="24177"/>
                </a:cubicBezTo>
                <a:cubicBezTo>
                  <a:pt x="12286" y="22357"/>
                  <a:pt x="14722" y="21768"/>
                  <a:pt x="16221" y="20698"/>
                </a:cubicBezTo>
                <a:close/>
                <a:moveTo>
                  <a:pt x="6692" y="20939"/>
                </a:moveTo>
                <a:cubicBezTo>
                  <a:pt x="7388" y="22893"/>
                  <a:pt x="9957" y="22866"/>
                  <a:pt x="11135" y="24445"/>
                </a:cubicBezTo>
                <a:cubicBezTo>
                  <a:pt x="9395" y="23481"/>
                  <a:pt x="6772" y="23080"/>
                  <a:pt x="6692" y="20939"/>
                </a:cubicBezTo>
                <a:close/>
                <a:moveTo>
                  <a:pt x="16194" y="21126"/>
                </a:moveTo>
                <a:cubicBezTo>
                  <a:pt x="15766" y="22304"/>
                  <a:pt x="14749" y="22919"/>
                  <a:pt x="13571" y="23455"/>
                </a:cubicBezTo>
                <a:cubicBezTo>
                  <a:pt x="12982" y="23722"/>
                  <a:pt x="12393" y="24017"/>
                  <a:pt x="11938" y="24445"/>
                </a:cubicBezTo>
                <a:cubicBezTo>
                  <a:pt x="12447" y="23562"/>
                  <a:pt x="13785" y="22919"/>
                  <a:pt x="14534" y="22411"/>
                </a:cubicBezTo>
                <a:cubicBezTo>
                  <a:pt x="15070" y="22063"/>
                  <a:pt x="15739" y="21661"/>
                  <a:pt x="16194" y="21126"/>
                </a:cubicBezTo>
                <a:close/>
                <a:moveTo>
                  <a:pt x="14048" y="0"/>
                </a:moveTo>
                <a:cubicBezTo>
                  <a:pt x="14002" y="0"/>
                  <a:pt x="13958" y="28"/>
                  <a:pt x="13946" y="88"/>
                </a:cubicBezTo>
                <a:cubicBezTo>
                  <a:pt x="13196" y="2390"/>
                  <a:pt x="11751" y="4183"/>
                  <a:pt x="10680" y="6298"/>
                </a:cubicBezTo>
                <a:cubicBezTo>
                  <a:pt x="9610" y="8466"/>
                  <a:pt x="9877" y="10795"/>
                  <a:pt x="10225" y="13096"/>
                </a:cubicBezTo>
                <a:cubicBezTo>
                  <a:pt x="10305" y="13766"/>
                  <a:pt x="10413" y="14435"/>
                  <a:pt x="10520" y="15104"/>
                </a:cubicBezTo>
                <a:cubicBezTo>
                  <a:pt x="10520" y="15131"/>
                  <a:pt x="10520" y="15157"/>
                  <a:pt x="10520" y="15157"/>
                </a:cubicBezTo>
                <a:cubicBezTo>
                  <a:pt x="10520" y="15184"/>
                  <a:pt x="10520" y="15211"/>
                  <a:pt x="10546" y="15211"/>
                </a:cubicBezTo>
                <a:cubicBezTo>
                  <a:pt x="10734" y="16469"/>
                  <a:pt x="10921" y="17727"/>
                  <a:pt x="11082" y="18985"/>
                </a:cubicBezTo>
                <a:cubicBezTo>
                  <a:pt x="10520" y="17700"/>
                  <a:pt x="9502" y="16737"/>
                  <a:pt x="8352" y="15907"/>
                </a:cubicBezTo>
                <a:cubicBezTo>
                  <a:pt x="8352" y="15880"/>
                  <a:pt x="8352" y="15853"/>
                  <a:pt x="8325" y="15853"/>
                </a:cubicBezTo>
                <a:cubicBezTo>
                  <a:pt x="8298" y="15853"/>
                  <a:pt x="8271" y="15827"/>
                  <a:pt x="8271" y="15827"/>
                </a:cubicBezTo>
                <a:cubicBezTo>
                  <a:pt x="7602" y="15345"/>
                  <a:pt x="6906" y="14890"/>
                  <a:pt x="6237" y="14461"/>
                </a:cubicBezTo>
                <a:cubicBezTo>
                  <a:pt x="5829" y="14193"/>
                  <a:pt x="5417" y="14081"/>
                  <a:pt x="5004" y="14081"/>
                </a:cubicBezTo>
                <a:cubicBezTo>
                  <a:pt x="3280" y="14081"/>
                  <a:pt x="1550" y="16040"/>
                  <a:pt x="81" y="16710"/>
                </a:cubicBezTo>
                <a:cubicBezTo>
                  <a:pt x="27" y="16737"/>
                  <a:pt x="1" y="16790"/>
                  <a:pt x="27" y="16844"/>
                </a:cubicBezTo>
                <a:cubicBezTo>
                  <a:pt x="27" y="16870"/>
                  <a:pt x="54" y="16870"/>
                  <a:pt x="54" y="16870"/>
                </a:cubicBezTo>
                <a:cubicBezTo>
                  <a:pt x="54" y="16870"/>
                  <a:pt x="54" y="16897"/>
                  <a:pt x="81" y="16897"/>
                </a:cubicBezTo>
                <a:cubicBezTo>
                  <a:pt x="81" y="16924"/>
                  <a:pt x="108" y="16924"/>
                  <a:pt x="108" y="16924"/>
                </a:cubicBezTo>
                <a:lnTo>
                  <a:pt x="135" y="16924"/>
                </a:lnTo>
                <a:cubicBezTo>
                  <a:pt x="1580" y="16924"/>
                  <a:pt x="2972" y="16656"/>
                  <a:pt x="4390" y="16576"/>
                </a:cubicBezTo>
                <a:lnTo>
                  <a:pt x="5354" y="16576"/>
                </a:lnTo>
                <a:cubicBezTo>
                  <a:pt x="7736" y="16870"/>
                  <a:pt x="8967" y="19413"/>
                  <a:pt x="11242" y="20082"/>
                </a:cubicBezTo>
                <a:cubicBezTo>
                  <a:pt x="11376" y="21367"/>
                  <a:pt x="11483" y="22679"/>
                  <a:pt x="11483" y="23990"/>
                </a:cubicBezTo>
                <a:cubicBezTo>
                  <a:pt x="11483" y="24124"/>
                  <a:pt x="11483" y="24284"/>
                  <a:pt x="11483" y="24445"/>
                </a:cubicBezTo>
                <a:cubicBezTo>
                  <a:pt x="10413" y="22545"/>
                  <a:pt x="7977" y="21715"/>
                  <a:pt x="6799" y="19895"/>
                </a:cubicBezTo>
                <a:cubicBezTo>
                  <a:pt x="6778" y="19863"/>
                  <a:pt x="6740" y="19848"/>
                  <a:pt x="6701" y="19848"/>
                </a:cubicBezTo>
                <a:cubicBezTo>
                  <a:pt x="6640" y="19848"/>
                  <a:pt x="6574" y="19884"/>
                  <a:pt x="6558" y="19948"/>
                </a:cubicBezTo>
                <a:cubicBezTo>
                  <a:pt x="6237" y="21340"/>
                  <a:pt x="6719" y="22411"/>
                  <a:pt x="7897" y="23241"/>
                </a:cubicBezTo>
                <a:cubicBezTo>
                  <a:pt x="8967" y="23990"/>
                  <a:pt x="10386" y="24177"/>
                  <a:pt x="11456" y="24954"/>
                </a:cubicBezTo>
                <a:cubicBezTo>
                  <a:pt x="11349" y="27523"/>
                  <a:pt x="10734" y="30093"/>
                  <a:pt x="10145" y="32609"/>
                </a:cubicBezTo>
                <a:cubicBezTo>
                  <a:pt x="10112" y="32690"/>
                  <a:pt x="10188" y="32751"/>
                  <a:pt x="10265" y="32751"/>
                </a:cubicBezTo>
                <a:cubicBezTo>
                  <a:pt x="10315" y="32751"/>
                  <a:pt x="10365" y="32725"/>
                  <a:pt x="10386" y="32662"/>
                </a:cubicBezTo>
                <a:cubicBezTo>
                  <a:pt x="10760" y="31003"/>
                  <a:pt x="11108" y="29343"/>
                  <a:pt x="11430" y="27684"/>
                </a:cubicBezTo>
                <a:cubicBezTo>
                  <a:pt x="11563" y="26854"/>
                  <a:pt x="11670" y="26024"/>
                  <a:pt x="11697" y="25194"/>
                </a:cubicBezTo>
                <a:cubicBezTo>
                  <a:pt x="12179" y="24017"/>
                  <a:pt x="13839" y="23669"/>
                  <a:pt x="14829" y="23080"/>
                </a:cubicBezTo>
                <a:cubicBezTo>
                  <a:pt x="15899" y="22491"/>
                  <a:pt x="16488" y="21581"/>
                  <a:pt x="16595" y="20377"/>
                </a:cubicBezTo>
                <a:cubicBezTo>
                  <a:pt x="16595" y="20350"/>
                  <a:pt x="16595" y="20350"/>
                  <a:pt x="16595" y="20323"/>
                </a:cubicBezTo>
                <a:cubicBezTo>
                  <a:pt x="16622" y="20270"/>
                  <a:pt x="16569" y="20243"/>
                  <a:pt x="16515" y="20216"/>
                </a:cubicBezTo>
                <a:lnTo>
                  <a:pt x="16462" y="20216"/>
                </a:lnTo>
                <a:cubicBezTo>
                  <a:pt x="16435" y="20216"/>
                  <a:pt x="16435" y="20243"/>
                  <a:pt x="16408" y="20243"/>
                </a:cubicBezTo>
                <a:cubicBezTo>
                  <a:pt x="15043" y="21474"/>
                  <a:pt x="12473" y="21983"/>
                  <a:pt x="11724" y="23722"/>
                </a:cubicBezTo>
                <a:cubicBezTo>
                  <a:pt x="11724" y="22571"/>
                  <a:pt x="11644" y="21447"/>
                  <a:pt x="11510" y="20323"/>
                </a:cubicBezTo>
                <a:cubicBezTo>
                  <a:pt x="11510" y="20189"/>
                  <a:pt x="11483" y="20082"/>
                  <a:pt x="11483" y="19948"/>
                </a:cubicBezTo>
                <a:cubicBezTo>
                  <a:pt x="12072" y="19172"/>
                  <a:pt x="13250" y="18824"/>
                  <a:pt x="14106" y="18450"/>
                </a:cubicBezTo>
                <a:cubicBezTo>
                  <a:pt x="15070" y="18021"/>
                  <a:pt x="16060" y="17593"/>
                  <a:pt x="16809" y="16844"/>
                </a:cubicBezTo>
                <a:cubicBezTo>
                  <a:pt x="18522" y="15157"/>
                  <a:pt x="18790" y="12160"/>
                  <a:pt x="19192" y="9938"/>
                </a:cubicBezTo>
                <a:cubicBezTo>
                  <a:pt x="19210" y="9848"/>
                  <a:pt x="19130" y="9770"/>
                  <a:pt x="19060" y="9770"/>
                </a:cubicBezTo>
                <a:cubicBezTo>
                  <a:pt x="19026" y="9770"/>
                  <a:pt x="18995" y="9788"/>
                  <a:pt x="18978" y="9831"/>
                </a:cubicBezTo>
                <a:cubicBezTo>
                  <a:pt x="18014" y="11758"/>
                  <a:pt x="15846" y="13070"/>
                  <a:pt x="14294" y="14488"/>
                </a:cubicBezTo>
                <a:cubicBezTo>
                  <a:pt x="12982" y="15693"/>
                  <a:pt x="11751" y="17138"/>
                  <a:pt x="11349" y="18851"/>
                </a:cubicBezTo>
                <a:cubicBezTo>
                  <a:pt x="11162" y="17593"/>
                  <a:pt x="10975" y="16335"/>
                  <a:pt x="10760" y="15104"/>
                </a:cubicBezTo>
                <a:cubicBezTo>
                  <a:pt x="11028" y="12534"/>
                  <a:pt x="11911" y="10233"/>
                  <a:pt x="12821" y="7877"/>
                </a:cubicBezTo>
                <a:cubicBezTo>
                  <a:pt x="13758" y="5334"/>
                  <a:pt x="14267" y="2818"/>
                  <a:pt x="14160" y="115"/>
                </a:cubicBezTo>
                <a:cubicBezTo>
                  <a:pt x="14160" y="42"/>
                  <a:pt x="14103" y="0"/>
                  <a:pt x="1404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8" name="Google Shape;978;p38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79" name="Google Shape;979;p38"/>
          <p:cNvSpPr txBox="1">
            <a:spLocks noGrp="1"/>
          </p:cNvSpPr>
          <p:nvPr>
            <p:ph type="subTitle" idx="1"/>
          </p:nvPr>
        </p:nvSpPr>
        <p:spPr>
          <a:xfrm>
            <a:off x="1613400" y="1323950"/>
            <a:ext cx="35733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0" name="Google Shape;980;p38"/>
          <p:cNvSpPr txBox="1">
            <a:spLocks noGrp="1"/>
          </p:cNvSpPr>
          <p:nvPr>
            <p:ph type="subTitle" idx="2"/>
          </p:nvPr>
        </p:nvSpPr>
        <p:spPr>
          <a:xfrm>
            <a:off x="1613400" y="2377655"/>
            <a:ext cx="35733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1" name="Google Shape;981;p38"/>
          <p:cNvSpPr txBox="1">
            <a:spLocks noGrp="1"/>
          </p:cNvSpPr>
          <p:nvPr>
            <p:ph type="subTitle" idx="3"/>
          </p:nvPr>
        </p:nvSpPr>
        <p:spPr>
          <a:xfrm>
            <a:off x="1613400" y="1791690"/>
            <a:ext cx="3573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2" name="Google Shape;982;p38"/>
          <p:cNvSpPr txBox="1">
            <a:spLocks noGrp="1"/>
          </p:cNvSpPr>
          <p:nvPr>
            <p:ph type="subTitle" idx="4"/>
          </p:nvPr>
        </p:nvSpPr>
        <p:spPr>
          <a:xfrm>
            <a:off x="1613400" y="2845395"/>
            <a:ext cx="3573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3" name="Google Shape;983;p38"/>
          <p:cNvSpPr txBox="1">
            <a:spLocks noGrp="1"/>
          </p:cNvSpPr>
          <p:nvPr>
            <p:ph type="subTitle" idx="5"/>
          </p:nvPr>
        </p:nvSpPr>
        <p:spPr>
          <a:xfrm>
            <a:off x="1613400" y="3431360"/>
            <a:ext cx="35733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4" name="Google Shape;984;p38"/>
          <p:cNvSpPr txBox="1">
            <a:spLocks noGrp="1"/>
          </p:cNvSpPr>
          <p:nvPr>
            <p:ph type="subTitle" idx="6"/>
          </p:nvPr>
        </p:nvSpPr>
        <p:spPr>
          <a:xfrm>
            <a:off x="1613400" y="3899100"/>
            <a:ext cx="3573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2">
    <p:spTree>
      <p:nvGrpSpPr>
        <p:cNvPr id="1" name="Shape 1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0" name="Google Shape;1590;p64"/>
          <p:cNvGrpSpPr/>
          <p:nvPr/>
        </p:nvGrpSpPr>
        <p:grpSpPr>
          <a:xfrm>
            <a:off x="5" y="-80449"/>
            <a:ext cx="2277317" cy="5304377"/>
            <a:chOff x="224725" y="566950"/>
            <a:chExt cx="1850875" cy="4311100"/>
          </a:xfrm>
        </p:grpSpPr>
        <p:sp>
          <p:nvSpPr>
            <p:cNvPr id="1591" name="Google Shape;1591;p64"/>
            <p:cNvSpPr/>
            <p:nvPr/>
          </p:nvSpPr>
          <p:spPr>
            <a:xfrm>
              <a:off x="1914975" y="566950"/>
              <a:ext cx="160625" cy="2033000"/>
            </a:xfrm>
            <a:custGeom>
              <a:avLst/>
              <a:gdLst/>
              <a:ahLst/>
              <a:cxnLst/>
              <a:rect l="l" t="t" r="r" b="b"/>
              <a:pathLst>
                <a:path w="6425" h="81320" extrusionOk="0">
                  <a:moveTo>
                    <a:pt x="126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27" y="217"/>
                    <a:pt x="81" y="244"/>
                  </a:cubicBezTo>
                  <a:cubicBezTo>
                    <a:pt x="1821" y="1261"/>
                    <a:pt x="2972" y="3188"/>
                    <a:pt x="2945" y="5035"/>
                  </a:cubicBezTo>
                  <a:cubicBezTo>
                    <a:pt x="2945" y="5089"/>
                    <a:pt x="2972" y="5142"/>
                    <a:pt x="2998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8" y="15367"/>
                  </a:cubicBezTo>
                  <a:cubicBezTo>
                    <a:pt x="2945" y="15394"/>
                    <a:pt x="2945" y="15447"/>
                    <a:pt x="2945" y="15501"/>
                  </a:cubicBezTo>
                  <a:cubicBezTo>
                    <a:pt x="2998" y="17321"/>
                    <a:pt x="1848" y="19248"/>
                    <a:pt x="108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316"/>
                    <a:pt x="2945" y="25324"/>
                  </a:cubicBezTo>
                  <a:cubicBezTo>
                    <a:pt x="2945" y="25350"/>
                    <a:pt x="2972" y="25404"/>
                    <a:pt x="2998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45" y="35762"/>
                  </a:cubicBezTo>
                  <a:cubicBezTo>
                    <a:pt x="3106" y="37823"/>
                    <a:pt x="1633" y="39643"/>
                    <a:pt x="108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45" y="43658"/>
                    <a:pt x="2945" y="45532"/>
                  </a:cubicBezTo>
                  <a:cubicBezTo>
                    <a:pt x="2945" y="45558"/>
                    <a:pt x="2945" y="45558"/>
                    <a:pt x="2945" y="45585"/>
                  </a:cubicBez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8" y="55917"/>
                  </a:cubicBezTo>
                  <a:cubicBezTo>
                    <a:pt x="2972" y="55917"/>
                    <a:pt x="2945" y="55970"/>
                    <a:pt x="2945" y="56024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900"/>
                    <a:pt x="2972" y="65927"/>
                    <a:pt x="2998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8" y="76178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86"/>
                    <a:pt x="81" y="81076"/>
                  </a:cubicBezTo>
                  <a:cubicBezTo>
                    <a:pt x="27" y="81130"/>
                    <a:pt x="1" y="81183"/>
                    <a:pt x="27" y="81264"/>
                  </a:cubicBezTo>
                  <a:cubicBezTo>
                    <a:pt x="61" y="81297"/>
                    <a:pt x="104" y="81320"/>
                    <a:pt x="145" y="81320"/>
                  </a:cubicBezTo>
                  <a:cubicBezTo>
                    <a:pt x="170" y="81320"/>
                    <a:pt x="194" y="81311"/>
                    <a:pt x="215" y="81290"/>
                  </a:cubicBezTo>
                  <a:cubicBezTo>
                    <a:pt x="2008" y="80273"/>
                    <a:pt x="3106" y="78427"/>
                    <a:pt x="3186" y="76366"/>
                  </a:cubicBezTo>
                  <a:cubicBezTo>
                    <a:pt x="5166" y="75322"/>
                    <a:pt x="6424" y="73314"/>
                    <a:pt x="6424" y="71066"/>
                  </a:cubicBezTo>
                  <a:cubicBezTo>
                    <a:pt x="6424" y="68818"/>
                    <a:pt x="5166" y="66784"/>
                    <a:pt x="3186" y="65766"/>
                  </a:cubicBezTo>
                  <a:cubicBezTo>
                    <a:pt x="3106" y="63786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104"/>
                  </a:cubicBezTo>
                  <a:cubicBezTo>
                    <a:pt x="5166" y="55060"/>
                    <a:pt x="6424" y="53053"/>
                    <a:pt x="6424" y="50804"/>
                  </a:cubicBezTo>
                  <a:cubicBezTo>
                    <a:pt x="6424" y="48556"/>
                    <a:pt x="5166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723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66" y="26260"/>
                    <a:pt x="3186" y="25243"/>
                  </a:cubicBezTo>
                  <a:cubicBezTo>
                    <a:pt x="3106" y="23236"/>
                    <a:pt x="2062" y="21443"/>
                    <a:pt x="375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608"/>
                    <a:pt x="3186" y="15581"/>
                    <a:pt x="3186" y="15554"/>
                  </a:cubicBezTo>
                  <a:cubicBezTo>
                    <a:pt x="5166" y="14537"/>
                    <a:pt x="6424" y="12503"/>
                    <a:pt x="6424" y="10255"/>
                  </a:cubicBezTo>
                  <a:cubicBezTo>
                    <a:pt x="6424" y="8033"/>
                    <a:pt x="5166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2008" y="1074"/>
                    <a:pt x="215" y="30"/>
                  </a:cubicBezTo>
                  <a:cubicBezTo>
                    <a:pt x="184" y="10"/>
                    <a:pt x="153" y="1"/>
                    <a:pt x="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64"/>
            <p:cNvSpPr/>
            <p:nvPr/>
          </p:nvSpPr>
          <p:spPr>
            <a:xfrm>
              <a:off x="1761075" y="8188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49" y="1"/>
                  </a:moveTo>
                  <a:cubicBezTo>
                    <a:pt x="110" y="1"/>
                    <a:pt x="71" y="20"/>
                    <a:pt x="54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54" y="204"/>
                    <a:pt x="81" y="231"/>
                  </a:cubicBezTo>
                  <a:cubicBezTo>
                    <a:pt x="1821" y="1248"/>
                    <a:pt x="2972" y="3175"/>
                    <a:pt x="2945" y="5022"/>
                  </a:cubicBezTo>
                  <a:cubicBezTo>
                    <a:pt x="2945" y="5076"/>
                    <a:pt x="2972" y="5129"/>
                    <a:pt x="2998" y="5156"/>
                  </a:cubicBezTo>
                  <a:cubicBezTo>
                    <a:pt x="4952" y="6119"/>
                    <a:pt x="6183" y="8073"/>
                    <a:pt x="6183" y="10268"/>
                  </a:cubicBezTo>
                  <a:cubicBezTo>
                    <a:pt x="6183" y="12436"/>
                    <a:pt x="4952" y="14390"/>
                    <a:pt x="2998" y="15354"/>
                  </a:cubicBezTo>
                  <a:cubicBezTo>
                    <a:pt x="2972" y="15380"/>
                    <a:pt x="2945" y="15461"/>
                    <a:pt x="2945" y="15487"/>
                  </a:cubicBezTo>
                  <a:cubicBezTo>
                    <a:pt x="2998" y="17334"/>
                    <a:pt x="1847" y="19235"/>
                    <a:pt x="108" y="20278"/>
                  </a:cubicBezTo>
                  <a:cubicBezTo>
                    <a:pt x="81" y="20278"/>
                    <a:pt x="27" y="20305"/>
                    <a:pt x="27" y="20359"/>
                  </a:cubicBezTo>
                  <a:cubicBezTo>
                    <a:pt x="27" y="20412"/>
                    <a:pt x="27" y="20466"/>
                    <a:pt x="81" y="20493"/>
                  </a:cubicBezTo>
                  <a:cubicBezTo>
                    <a:pt x="1821" y="21510"/>
                    <a:pt x="2891" y="23303"/>
                    <a:pt x="2945" y="25310"/>
                  </a:cubicBezTo>
                  <a:cubicBezTo>
                    <a:pt x="2945" y="25364"/>
                    <a:pt x="2972" y="25391"/>
                    <a:pt x="2998" y="25417"/>
                  </a:cubicBezTo>
                  <a:cubicBezTo>
                    <a:pt x="4952" y="26381"/>
                    <a:pt x="6183" y="28362"/>
                    <a:pt x="6183" y="30530"/>
                  </a:cubicBezTo>
                  <a:cubicBezTo>
                    <a:pt x="6183" y="32698"/>
                    <a:pt x="4952" y="34652"/>
                    <a:pt x="2998" y="35642"/>
                  </a:cubicBezTo>
                  <a:cubicBezTo>
                    <a:pt x="2972" y="35642"/>
                    <a:pt x="2945" y="35695"/>
                    <a:pt x="2945" y="35749"/>
                  </a:cubicBezTo>
                  <a:cubicBezTo>
                    <a:pt x="3105" y="37837"/>
                    <a:pt x="1633" y="39630"/>
                    <a:pt x="108" y="40540"/>
                  </a:cubicBezTo>
                  <a:cubicBezTo>
                    <a:pt x="81" y="40540"/>
                    <a:pt x="27" y="40594"/>
                    <a:pt x="27" y="40620"/>
                  </a:cubicBezTo>
                  <a:cubicBezTo>
                    <a:pt x="27" y="40674"/>
                    <a:pt x="27" y="40727"/>
                    <a:pt x="81" y="40754"/>
                  </a:cubicBezTo>
                  <a:cubicBezTo>
                    <a:pt x="1821" y="41771"/>
                    <a:pt x="2945" y="43645"/>
                    <a:pt x="2945" y="45545"/>
                  </a:cubicBezTo>
                  <a:cubicBezTo>
                    <a:pt x="2945" y="45545"/>
                    <a:pt x="2945" y="45545"/>
                    <a:pt x="2945" y="45572"/>
                  </a:cubicBezTo>
                  <a:cubicBezTo>
                    <a:pt x="2945" y="45626"/>
                    <a:pt x="2972" y="45652"/>
                    <a:pt x="2998" y="45679"/>
                  </a:cubicBezTo>
                  <a:cubicBezTo>
                    <a:pt x="4952" y="46669"/>
                    <a:pt x="6183" y="48623"/>
                    <a:pt x="6183" y="50791"/>
                  </a:cubicBezTo>
                  <a:cubicBezTo>
                    <a:pt x="6183" y="52959"/>
                    <a:pt x="4952" y="54913"/>
                    <a:pt x="2998" y="55904"/>
                  </a:cubicBezTo>
                  <a:cubicBezTo>
                    <a:pt x="2972" y="55930"/>
                    <a:pt x="2945" y="55957"/>
                    <a:pt x="2945" y="56011"/>
                  </a:cubicBezTo>
                  <a:cubicBezTo>
                    <a:pt x="2891" y="57991"/>
                    <a:pt x="1847" y="59785"/>
                    <a:pt x="108" y="60802"/>
                  </a:cubicBezTo>
                  <a:cubicBezTo>
                    <a:pt x="81" y="60828"/>
                    <a:pt x="27" y="60855"/>
                    <a:pt x="27" y="60882"/>
                  </a:cubicBezTo>
                  <a:cubicBezTo>
                    <a:pt x="27" y="60935"/>
                    <a:pt x="27" y="60989"/>
                    <a:pt x="81" y="61016"/>
                  </a:cubicBezTo>
                  <a:cubicBezTo>
                    <a:pt x="1821" y="62033"/>
                    <a:pt x="2891" y="63826"/>
                    <a:pt x="2945" y="65834"/>
                  </a:cubicBezTo>
                  <a:cubicBezTo>
                    <a:pt x="2945" y="65887"/>
                    <a:pt x="2972" y="65914"/>
                    <a:pt x="2998" y="65941"/>
                  </a:cubicBezTo>
                  <a:cubicBezTo>
                    <a:pt x="4952" y="66931"/>
                    <a:pt x="6183" y="68885"/>
                    <a:pt x="6183" y="71053"/>
                  </a:cubicBezTo>
                  <a:cubicBezTo>
                    <a:pt x="6183" y="73221"/>
                    <a:pt x="4952" y="75175"/>
                    <a:pt x="2998" y="76165"/>
                  </a:cubicBezTo>
                  <a:cubicBezTo>
                    <a:pt x="2972" y="76192"/>
                    <a:pt x="2945" y="76219"/>
                    <a:pt x="2945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7" y="81117"/>
                    <a:pt x="1" y="81197"/>
                    <a:pt x="54" y="81251"/>
                  </a:cubicBezTo>
                  <a:cubicBezTo>
                    <a:pt x="74" y="81290"/>
                    <a:pt x="122" y="81315"/>
                    <a:pt x="167" y="81315"/>
                  </a:cubicBezTo>
                  <a:cubicBezTo>
                    <a:pt x="184" y="81315"/>
                    <a:pt x="200" y="81311"/>
                    <a:pt x="215" y="81304"/>
                  </a:cubicBezTo>
                  <a:cubicBezTo>
                    <a:pt x="2008" y="80260"/>
                    <a:pt x="3105" y="78413"/>
                    <a:pt x="3186" y="76352"/>
                  </a:cubicBezTo>
                  <a:cubicBezTo>
                    <a:pt x="5193" y="75309"/>
                    <a:pt x="6424" y="73301"/>
                    <a:pt x="6424" y="71053"/>
                  </a:cubicBezTo>
                  <a:cubicBezTo>
                    <a:pt x="6424" y="68805"/>
                    <a:pt x="5193" y="66797"/>
                    <a:pt x="3186" y="65753"/>
                  </a:cubicBezTo>
                  <a:cubicBezTo>
                    <a:pt x="3132" y="63773"/>
                    <a:pt x="2088" y="61979"/>
                    <a:pt x="402" y="60909"/>
                  </a:cubicBezTo>
                  <a:cubicBezTo>
                    <a:pt x="2088" y="59865"/>
                    <a:pt x="3132" y="58072"/>
                    <a:pt x="3186" y="56091"/>
                  </a:cubicBezTo>
                  <a:cubicBezTo>
                    <a:pt x="5193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6" y="45492"/>
                  </a:cubicBezTo>
                  <a:cubicBezTo>
                    <a:pt x="3186" y="43591"/>
                    <a:pt x="2088" y="41718"/>
                    <a:pt x="402" y="40647"/>
                  </a:cubicBezTo>
                  <a:cubicBezTo>
                    <a:pt x="1901" y="39710"/>
                    <a:pt x="3320" y="37890"/>
                    <a:pt x="3186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93" y="26247"/>
                    <a:pt x="3186" y="25230"/>
                  </a:cubicBezTo>
                  <a:cubicBezTo>
                    <a:pt x="3105" y="23223"/>
                    <a:pt x="2062" y="21429"/>
                    <a:pt x="402" y="20386"/>
                  </a:cubicBezTo>
                  <a:cubicBezTo>
                    <a:pt x="2115" y="19315"/>
                    <a:pt x="3212" y="17415"/>
                    <a:pt x="3186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2008" y="1061"/>
                    <a:pt x="215" y="17"/>
                  </a:cubicBezTo>
                  <a:cubicBezTo>
                    <a:pt x="195" y="7"/>
                    <a:pt x="172" y="1"/>
                    <a:pt x="1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64"/>
            <p:cNvSpPr/>
            <p:nvPr/>
          </p:nvSpPr>
          <p:spPr>
            <a:xfrm>
              <a:off x="1607850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0" y="84"/>
                    <a:pt x="0" y="110"/>
                    <a:pt x="0" y="137"/>
                  </a:cubicBezTo>
                  <a:cubicBezTo>
                    <a:pt x="0" y="164"/>
                    <a:pt x="27" y="217"/>
                    <a:pt x="81" y="244"/>
                  </a:cubicBezTo>
                  <a:cubicBezTo>
                    <a:pt x="1820" y="1261"/>
                    <a:pt x="2944" y="3188"/>
                    <a:pt x="2918" y="5035"/>
                  </a:cubicBezTo>
                  <a:cubicBezTo>
                    <a:pt x="2918" y="5089"/>
                    <a:pt x="2944" y="5142"/>
                    <a:pt x="2998" y="5169"/>
                  </a:cubicBezTo>
                  <a:cubicBezTo>
                    <a:pt x="4952" y="6133"/>
                    <a:pt x="6156" y="8086"/>
                    <a:pt x="6156" y="10255"/>
                  </a:cubicBezTo>
                  <a:cubicBezTo>
                    <a:pt x="6156" y="12449"/>
                    <a:pt x="4952" y="14403"/>
                    <a:pt x="2998" y="15367"/>
                  </a:cubicBezTo>
                  <a:cubicBezTo>
                    <a:pt x="2944" y="15394"/>
                    <a:pt x="2918" y="15447"/>
                    <a:pt x="2918" y="15501"/>
                  </a:cubicBezTo>
                  <a:cubicBezTo>
                    <a:pt x="2971" y="17347"/>
                    <a:pt x="1847" y="19248"/>
                    <a:pt x="81" y="20292"/>
                  </a:cubicBezTo>
                  <a:cubicBezTo>
                    <a:pt x="54" y="20292"/>
                    <a:pt x="27" y="20318"/>
                    <a:pt x="0" y="20372"/>
                  </a:cubicBezTo>
                  <a:cubicBezTo>
                    <a:pt x="0" y="20425"/>
                    <a:pt x="27" y="20479"/>
                    <a:pt x="81" y="20506"/>
                  </a:cubicBezTo>
                  <a:cubicBezTo>
                    <a:pt x="1794" y="21496"/>
                    <a:pt x="2864" y="23316"/>
                    <a:pt x="2918" y="25324"/>
                  </a:cubicBezTo>
                  <a:cubicBezTo>
                    <a:pt x="2918" y="25350"/>
                    <a:pt x="2944" y="25404"/>
                    <a:pt x="2998" y="25431"/>
                  </a:cubicBezTo>
                  <a:cubicBezTo>
                    <a:pt x="4952" y="26394"/>
                    <a:pt x="6156" y="28348"/>
                    <a:pt x="6156" y="30543"/>
                  </a:cubicBezTo>
                  <a:cubicBezTo>
                    <a:pt x="6156" y="32711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18" y="35762"/>
                  </a:cubicBezTo>
                  <a:cubicBezTo>
                    <a:pt x="3078" y="37823"/>
                    <a:pt x="1633" y="39643"/>
                    <a:pt x="81" y="40553"/>
                  </a:cubicBezTo>
                  <a:cubicBezTo>
                    <a:pt x="54" y="40553"/>
                    <a:pt x="27" y="40580"/>
                    <a:pt x="0" y="40633"/>
                  </a:cubicBezTo>
                  <a:cubicBezTo>
                    <a:pt x="0" y="40687"/>
                    <a:pt x="27" y="40741"/>
                    <a:pt x="81" y="40767"/>
                  </a:cubicBezTo>
                  <a:cubicBezTo>
                    <a:pt x="1820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4" y="45665"/>
                    <a:pt x="2998" y="45692"/>
                  </a:cubicBezTo>
                  <a:cubicBezTo>
                    <a:pt x="4952" y="46656"/>
                    <a:pt x="6156" y="48636"/>
                    <a:pt x="6156" y="50804"/>
                  </a:cubicBezTo>
                  <a:cubicBezTo>
                    <a:pt x="6156" y="52972"/>
                    <a:pt x="4952" y="54926"/>
                    <a:pt x="2998" y="55917"/>
                  </a:cubicBezTo>
                  <a:cubicBezTo>
                    <a:pt x="2944" y="55917"/>
                    <a:pt x="2918" y="55970"/>
                    <a:pt x="2918" y="56024"/>
                  </a:cubicBezTo>
                  <a:cubicBezTo>
                    <a:pt x="2864" y="58004"/>
                    <a:pt x="1820" y="59798"/>
                    <a:pt x="81" y="60815"/>
                  </a:cubicBezTo>
                  <a:cubicBezTo>
                    <a:pt x="54" y="60815"/>
                    <a:pt x="27" y="60868"/>
                    <a:pt x="0" y="60895"/>
                  </a:cubicBezTo>
                  <a:cubicBezTo>
                    <a:pt x="0" y="60949"/>
                    <a:pt x="27" y="61002"/>
                    <a:pt x="81" y="61029"/>
                  </a:cubicBezTo>
                  <a:cubicBezTo>
                    <a:pt x="1820" y="62046"/>
                    <a:pt x="2864" y="63839"/>
                    <a:pt x="2918" y="65847"/>
                  </a:cubicBezTo>
                  <a:cubicBezTo>
                    <a:pt x="2918" y="65900"/>
                    <a:pt x="2944" y="65927"/>
                    <a:pt x="2998" y="65954"/>
                  </a:cubicBezTo>
                  <a:cubicBezTo>
                    <a:pt x="4952" y="66944"/>
                    <a:pt x="6156" y="68898"/>
                    <a:pt x="6156" y="71066"/>
                  </a:cubicBezTo>
                  <a:cubicBezTo>
                    <a:pt x="6156" y="73234"/>
                    <a:pt x="4952" y="75188"/>
                    <a:pt x="2998" y="76178"/>
                  </a:cubicBezTo>
                  <a:cubicBezTo>
                    <a:pt x="2944" y="76178"/>
                    <a:pt x="2918" y="76232"/>
                    <a:pt x="2918" y="76285"/>
                  </a:cubicBezTo>
                  <a:cubicBezTo>
                    <a:pt x="2864" y="78266"/>
                    <a:pt x="1820" y="80086"/>
                    <a:pt x="81" y="81076"/>
                  </a:cubicBezTo>
                  <a:cubicBezTo>
                    <a:pt x="27" y="81130"/>
                    <a:pt x="0" y="81183"/>
                    <a:pt x="27" y="81264"/>
                  </a:cubicBezTo>
                  <a:cubicBezTo>
                    <a:pt x="44" y="81297"/>
                    <a:pt x="81" y="81320"/>
                    <a:pt x="119" y="81320"/>
                  </a:cubicBezTo>
                  <a:cubicBezTo>
                    <a:pt x="143" y="81320"/>
                    <a:pt x="167" y="81311"/>
                    <a:pt x="188" y="81290"/>
                  </a:cubicBezTo>
                  <a:cubicBezTo>
                    <a:pt x="1981" y="80273"/>
                    <a:pt x="3105" y="78427"/>
                    <a:pt x="3185" y="76366"/>
                  </a:cubicBezTo>
                  <a:cubicBezTo>
                    <a:pt x="5166" y="75322"/>
                    <a:pt x="6397" y="73314"/>
                    <a:pt x="6397" y="71066"/>
                  </a:cubicBezTo>
                  <a:cubicBezTo>
                    <a:pt x="6397" y="68818"/>
                    <a:pt x="5166" y="66784"/>
                    <a:pt x="3185" y="65766"/>
                  </a:cubicBezTo>
                  <a:cubicBezTo>
                    <a:pt x="3105" y="63786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104"/>
                  </a:cubicBezTo>
                  <a:cubicBezTo>
                    <a:pt x="5166" y="55060"/>
                    <a:pt x="6397" y="53053"/>
                    <a:pt x="6397" y="50804"/>
                  </a:cubicBezTo>
                  <a:cubicBezTo>
                    <a:pt x="6397" y="48556"/>
                    <a:pt x="5166" y="46522"/>
                    <a:pt x="3185" y="45505"/>
                  </a:cubicBezTo>
                  <a:cubicBezTo>
                    <a:pt x="3159" y="43604"/>
                    <a:pt x="2061" y="41731"/>
                    <a:pt x="375" y="40660"/>
                  </a:cubicBezTo>
                  <a:cubicBezTo>
                    <a:pt x="1901" y="39723"/>
                    <a:pt x="3292" y="37877"/>
                    <a:pt x="3185" y="35816"/>
                  </a:cubicBezTo>
                  <a:cubicBezTo>
                    <a:pt x="5166" y="34799"/>
                    <a:pt x="6397" y="32764"/>
                    <a:pt x="6397" y="30543"/>
                  </a:cubicBezTo>
                  <a:cubicBezTo>
                    <a:pt x="6397" y="28295"/>
                    <a:pt x="5166" y="26260"/>
                    <a:pt x="3185" y="25243"/>
                  </a:cubicBezTo>
                  <a:cubicBezTo>
                    <a:pt x="3078" y="23236"/>
                    <a:pt x="2061" y="21443"/>
                    <a:pt x="375" y="20399"/>
                  </a:cubicBezTo>
                  <a:cubicBezTo>
                    <a:pt x="2061" y="19328"/>
                    <a:pt x="3185" y="17454"/>
                    <a:pt x="3185" y="15608"/>
                  </a:cubicBezTo>
                  <a:cubicBezTo>
                    <a:pt x="3185" y="15608"/>
                    <a:pt x="3185" y="15581"/>
                    <a:pt x="3185" y="15554"/>
                  </a:cubicBezTo>
                  <a:cubicBezTo>
                    <a:pt x="5166" y="14537"/>
                    <a:pt x="6397" y="12503"/>
                    <a:pt x="6397" y="10255"/>
                  </a:cubicBezTo>
                  <a:cubicBezTo>
                    <a:pt x="6397" y="8033"/>
                    <a:pt x="5166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1981" y="1074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64"/>
            <p:cNvSpPr/>
            <p:nvPr/>
          </p:nvSpPr>
          <p:spPr>
            <a:xfrm>
              <a:off x="1453950" y="8188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36" y="1"/>
                  </a:moveTo>
                  <a:cubicBezTo>
                    <a:pt x="95" y="1"/>
                    <a:pt x="61" y="20"/>
                    <a:pt x="27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27" y="204"/>
                    <a:pt x="80" y="231"/>
                  </a:cubicBezTo>
                  <a:cubicBezTo>
                    <a:pt x="1820" y="1248"/>
                    <a:pt x="2971" y="3175"/>
                    <a:pt x="2944" y="5022"/>
                  </a:cubicBezTo>
                  <a:cubicBezTo>
                    <a:pt x="2944" y="5076"/>
                    <a:pt x="2971" y="5129"/>
                    <a:pt x="2998" y="5156"/>
                  </a:cubicBezTo>
                  <a:cubicBezTo>
                    <a:pt x="4952" y="6119"/>
                    <a:pt x="6156" y="8073"/>
                    <a:pt x="6156" y="10268"/>
                  </a:cubicBezTo>
                  <a:cubicBezTo>
                    <a:pt x="6156" y="12436"/>
                    <a:pt x="4952" y="14390"/>
                    <a:pt x="2998" y="15354"/>
                  </a:cubicBezTo>
                  <a:cubicBezTo>
                    <a:pt x="2971" y="15380"/>
                    <a:pt x="2944" y="15434"/>
                    <a:pt x="2944" y="15487"/>
                  </a:cubicBezTo>
                  <a:cubicBezTo>
                    <a:pt x="2944" y="15514"/>
                    <a:pt x="2944" y="15568"/>
                    <a:pt x="2944" y="15595"/>
                  </a:cubicBezTo>
                  <a:cubicBezTo>
                    <a:pt x="2944" y="17415"/>
                    <a:pt x="1820" y="19261"/>
                    <a:pt x="107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0" y="20412"/>
                    <a:pt x="27" y="20466"/>
                    <a:pt x="80" y="20493"/>
                  </a:cubicBezTo>
                  <a:cubicBezTo>
                    <a:pt x="1793" y="21510"/>
                    <a:pt x="2864" y="23303"/>
                    <a:pt x="2944" y="25310"/>
                  </a:cubicBezTo>
                  <a:cubicBezTo>
                    <a:pt x="2944" y="25364"/>
                    <a:pt x="2971" y="25391"/>
                    <a:pt x="2998" y="25417"/>
                  </a:cubicBezTo>
                  <a:cubicBezTo>
                    <a:pt x="4952" y="26381"/>
                    <a:pt x="6156" y="28362"/>
                    <a:pt x="6156" y="30530"/>
                  </a:cubicBezTo>
                  <a:cubicBezTo>
                    <a:pt x="6156" y="32698"/>
                    <a:pt x="4952" y="34652"/>
                    <a:pt x="2998" y="35642"/>
                  </a:cubicBezTo>
                  <a:cubicBezTo>
                    <a:pt x="2944" y="35642"/>
                    <a:pt x="2918" y="35695"/>
                    <a:pt x="2944" y="35749"/>
                  </a:cubicBezTo>
                  <a:cubicBezTo>
                    <a:pt x="3105" y="37837"/>
                    <a:pt x="1633" y="39630"/>
                    <a:pt x="107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0" y="40674"/>
                    <a:pt x="27" y="40727"/>
                    <a:pt x="80" y="40754"/>
                  </a:cubicBezTo>
                  <a:cubicBezTo>
                    <a:pt x="1820" y="41771"/>
                    <a:pt x="2944" y="43645"/>
                    <a:pt x="2944" y="45545"/>
                  </a:cubicBezTo>
                  <a:cubicBezTo>
                    <a:pt x="2944" y="45545"/>
                    <a:pt x="2944" y="45572"/>
                    <a:pt x="2944" y="45572"/>
                  </a:cubicBezTo>
                  <a:cubicBezTo>
                    <a:pt x="2944" y="45626"/>
                    <a:pt x="2971" y="45652"/>
                    <a:pt x="2998" y="45679"/>
                  </a:cubicBezTo>
                  <a:cubicBezTo>
                    <a:pt x="4952" y="46669"/>
                    <a:pt x="6156" y="48623"/>
                    <a:pt x="6156" y="50791"/>
                  </a:cubicBezTo>
                  <a:cubicBezTo>
                    <a:pt x="6156" y="52959"/>
                    <a:pt x="4952" y="54913"/>
                    <a:pt x="2998" y="55904"/>
                  </a:cubicBezTo>
                  <a:cubicBezTo>
                    <a:pt x="2971" y="55930"/>
                    <a:pt x="2944" y="55957"/>
                    <a:pt x="2944" y="56011"/>
                  </a:cubicBezTo>
                  <a:cubicBezTo>
                    <a:pt x="2891" y="57991"/>
                    <a:pt x="1820" y="59785"/>
                    <a:pt x="107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0" y="60935"/>
                    <a:pt x="27" y="60989"/>
                    <a:pt x="80" y="61016"/>
                  </a:cubicBezTo>
                  <a:cubicBezTo>
                    <a:pt x="1820" y="62033"/>
                    <a:pt x="2891" y="63826"/>
                    <a:pt x="2944" y="65834"/>
                  </a:cubicBezTo>
                  <a:cubicBezTo>
                    <a:pt x="2944" y="65887"/>
                    <a:pt x="2971" y="65914"/>
                    <a:pt x="2998" y="65941"/>
                  </a:cubicBezTo>
                  <a:cubicBezTo>
                    <a:pt x="4952" y="66931"/>
                    <a:pt x="6156" y="68885"/>
                    <a:pt x="6156" y="71053"/>
                  </a:cubicBezTo>
                  <a:cubicBezTo>
                    <a:pt x="6156" y="73221"/>
                    <a:pt x="4952" y="75175"/>
                    <a:pt x="2998" y="76165"/>
                  </a:cubicBezTo>
                  <a:cubicBezTo>
                    <a:pt x="2971" y="76192"/>
                    <a:pt x="2944" y="76219"/>
                    <a:pt x="2944" y="76272"/>
                  </a:cubicBezTo>
                  <a:cubicBezTo>
                    <a:pt x="2891" y="78280"/>
                    <a:pt x="1820" y="80073"/>
                    <a:pt x="80" y="81090"/>
                  </a:cubicBezTo>
                  <a:cubicBezTo>
                    <a:pt x="27" y="81117"/>
                    <a:pt x="0" y="81197"/>
                    <a:pt x="27" y="81251"/>
                  </a:cubicBezTo>
                  <a:cubicBezTo>
                    <a:pt x="66" y="81290"/>
                    <a:pt x="120" y="81315"/>
                    <a:pt x="167" y="81315"/>
                  </a:cubicBezTo>
                  <a:cubicBezTo>
                    <a:pt x="184" y="81315"/>
                    <a:pt x="200" y="81311"/>
                    <a:pt x="214" y="81304"/>
                  </a:cubicBezTo>
                  <a:cubicBezTo>
                    <a:pt x="2008" y="80260"/>
                    <a:pt x="3105" y="78413"/>
                    <a:pt x="3185" y="76352"/>
                  </a:cubicBezTo>
                  <a:cubicBezTo>
                    <a:pt x="5166" y="75309"/>
                    <a:pt x="6424" y="73301"/>
                    <a:pt x="6424" y="71053"/>
                  </a:cubicBezTo>
                  <a:cubicBezTo>
                    <a:pt x="6424" y="68805"/>
                    <a:pt x="5166" y="66797"/>
                    <a:pt x="3185" y="65753"/>
                  </a:cubicBezTo>
                  <a:cubicBezTo>
                    <a:pt x="3105" y="63773"/>
                    <a:pt x="2061" y="61979"/>
                    <a:pt x="375" y="60909"/>
                  </a:cubicBezTo>
                  <a:cubicBezTo>
                    <a:pt x="2061" y="59865"/>
                    <a:pt x="3105" y="58072"/>
                    <a:pt x="3185" y="56091"/>
                  </a:cubicBezTo>
                  <a:cubicBezTo>
                    <a:pt x="5166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5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319" y="37890"/>
                    <a:pt x="3185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66" y="26247"/>
                    <a:pt x="3185" y="25230"/>
                  </a:cubicBezTo>
                  <a:cubicBezTo>
                    <a:pt x="3105" y="23223"/>
                    <a:pt x="2061" y="21429"/>
                    <a:pt x="375" y="20386"/>
                  </a:cubicBezTo>
                  <a:cubicBezTo>
                    <a:pt x="2088" y="19315"/>
                    <a:pt x="3185" y="17441"/>
                    <a:pt x="3185" y="15595"/>
                  </a:cubicBezTo>
                  <a:cubicBezTo>
                    <a:pt x="3185" y="15595"/>
                    <a:pt x="3185" y="15568"/>
                    <a:pt x="3185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5" y="4969"/>
                  </a:cubicBezTo>
                  <a:cubicBezTo>
                    <a:pt x="3185" y="3041"/>
                    <a:pt x="2008" y="1061"/>
                    <a:pt x="214" y="17"/>
                  </a:cubicBezTo>
                  <a:cubicBezTo>
                    <a:pt x="185" y="7"/>
                    <a:pt x="159" y="1"/>
                    <a:pt x="1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64"/>
            <p:cNvSpPr/>
            <p:nvPr/>
          </p:nvSpPr>
          <p:spPr>
            <a:xfrm>
              <a:off x="1300050" y="566950"/>
              <a:ext cx="160600" cy="2033000"/>
            </a:xfrm>
            <a:custGeom>
              <a:avLst/>
              <a:gdLst/>
              <a:ahLst/>
              <a:cxnLst/>
              <a:rect l="l" t="t" r="r" b="b"/>
              <a:pathLst>
                <a:path w="6424" h="81320" extrusionOk="0">
                  <a:moveTo>
                    <a:pt x="146" y="1"/>
                  </a:moveTo>
                  <a:cubicBezTo>
                    <a:pt x="107" y="1"/>
                    <a:pt x="70" y="24"/>
                    <a:pt x="54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0" y="244"/>
                  </a:cubicBezTo>
                  <a:cubicBezTo>
                    <a:pt x="1820" y="1261"/>
                    <a:pt x="2971" y="3188"/>
                    <a:pt x="2944" y="5035"/>
                  </a:cubicBezTo>
                  <a:cubicBezTo>
                    <a:pt x="2944" y="5089"/>
                    <a:pt x="2971" y="5142"/>
                    <a:pt x="3025" y="5169"/>
                  </a:cubicBezTo>
                  <a:cubicBezTo>
                    <a:pt x="4952" y="6133"/>
                    <a:pt x="6183" y="8086"/>
                    <a:pt x="6183" y="10255"/>
                  </a:cubicBezTo>
                  <a:cubicBezTo>
                    <a:pt x="6183" y="12449"/>
                    <a:pt x="4952" y="14403"/>
                    <a:pt x="3025" y="15367"/>
                  </a:cubicBezTo>
                  <a:cubicBezTo>
                    <a:pt x="2971" y="15394"/>
                    <a:pt x="2944" y="15447"/>
                    <a:pt x="2944" y="15501"/>
                  </a:cubicBezTo>
                  <a:cubicBezTo>
                    <a:pt x="2998" y="17321"/>
                    <a:pt x="1847" y="19248"/>
                    <a:pt x="107" y="20292"/>
                  </a:cubicBezTo>
                  <a:cubicBezTo>
                    <a:pt x="80" y="20292"/>
                    <a:pt x="54" y="20318"/>
                    <a:pt x="27" y="20372"/>
                  </a:cubicBezTo>
                  <a:cubicBezTo>
                    <a:pt x="27" y="20425"/>
                    <a:pt x="27" y="20479"/>
                    <a:pt x="80" y="20506"/>
                  </a:cubicBezTo>
                  <a:cubicBezTo>
                    <a:pt x="1820" y="21496"/>
                    <a:pt x="2891" y="23316"/>
                    <a:pt x="2944" y="25324"/>
                  </a:cubicBezTo>
                  <a:cubicBezTo>
                    <a:pt x="2944" y="25350"/>
                    <a:pt x="2971" y="25404"/>
                    <a:pt x="3025" y="25431"/>
                  </a:cubicBezTo>
                  <a:cubicBezTo>
                    <a:pt x="4952" y="26394"/>
                    <a:pt x="6183" y="28348"/>
                    <a:pt x="6183" y="30543"/>
                  </a:cubicBezTo>
                  <a:cubicBezTo>
                    <a:pt x="6183" y="32711"/>
                    <a:pt x="4952" y="34665"/>
                    <a:pt x="3025" y="35628"/>
                  </a:cubicBezTo>
                  <a:cubicBezTo>
                    <a:pt x="2971" y="35655"/>
                    <a:pt x="2944" y="35709"/>
                    <a:pt x="2944" y="35762"/>
                  </a:cubicBezTo>
                  <a:cubicBezTo>
                    <a:pt x="3105" y="37823"/>
                    <a:pt x="1633" y="39643"/>
                    <a:pt x="107" y="40553"/>
                  </a:cubicBezTo>
                  <a:cubicBezTo>
                    <a:pt x="80" y="40553"/>
                    <a:pt x="54" y="40580"/>
                    <a:pt x="27" y="40633"/>
                  </a:cubicBezTo>
                  <a:cubicBezTo>
                    <a:pt x="27" y="40687"/>
                    <a:pt x="27" y="40741"/>
                    <a:pt x="80" y="40767"/>
                  </a:cubicBezTo>
                  <a:cubicBezTo>
                    <a:pt x="1820" y="41784"/>
                    <a:pt x="2944" y="43658"/>
                    <a:pt x="2944" y="45532"/>
                  </a:cubicBezTo>
                  <a:cubicBezTo>
                    <a:pt x="2944" y="45558"/>
                    <a:pt x="2944" y="45558"/>
                    <a:pt x="2944" y="45585"/>
                  </a:cubicBezTo>
                  <a:cubicBezTo>
                    <a:pt x="2944" y="45612"/>
                    <a:pt x="2971" y="45665"/>
                    <a:pt x="3025" y="45692"/>
                  </a:cubicBezTo>
                  <a:cubicBezTo>
                    <a:pt x="4952" y="46656"/>
                    <a:pt x="6183" y="48636"/>
                    <a:pt x="6183" y="50804"/>
                  </a:cubicBezTo>
                  <a:cubicBezTo>
                    <a:pt x="6183" y="52972"/>
                    <a:pt x="4952" y="54926"/>
                    <a:pt x="3025" y="55917"/>
                  </a:cubicBezTo>
                  <a:cubicBezTo>
                    <a:pt x="2971" y="55917"/>
                    <a:pt x="2944" y="55970"/>
                    <a:pt x="2944" y="56024"/>
                  </a:cubicBezTo>
                  <a:cubicBezTo>
                    <a:pt x="2891" y="58004"/>
                    <a:pt x="1847" y="59798"/>
                    <a:pt x="107" y="60815"/>
                  </a:cubicBezTo>
                  <a:cubicBezTo>
                    <a:pt x="80" y="60815"/>
                    <a:pt x="54" y="60868"/>
                    <a:pt x="27" y="60895"/>
                  </a:cubicBezTo>
                  <a:cubicBezTo>
                    <a:pt x="27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900"/>
                    <a:pt x="2971" y="65927"/>
                    <a:pt x="3025" y="65954"/>
                  </a:cubicBezTo>
                  <a:cubicBezTo>
                    <a:pt x="4952" y="66944"/>
                    <a:pt x="6183" y="68898"/>
                    <a:pt x="6183" y="71066"/>
                  </a:cubicBezTo>
                  <a:cubicBezTo>
                    <a:pt x="6183" y="73234"/>
                    <a:pt x="4952" y="75188"/>
                    <a:pt x="3025" y="76178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86"/>
                    <a:pt x="80" y="81076"/>
                  </a:cubicBezTo>
                  <a:cubicBezTo>
                    <a:pt x="27" y="81130"/>
                    <a:pt x="0" y="81183"/>
                    <a:pt x="54" y="81264"/>
                  </a:cubicBezTo>
                  <a:cubicBezTo>
                    <a:pt x="70" y="81297"/>
                    <a:pt x="107" y="81320"/>
                    <a:pt x="146" y="81320"/>
                  </a:cubicBezTo>
                  <a:cubicBezTo>
                    <a:pt x="169" y="81320"/>
                    <a:pt x="194" y="81311"/>
                    <a:pt x="214" y="81290"/>
                  </a:cubicBezTo>
                  <a:cubicBezTo>
                    <a:pt x="2007" y="80273"/>
                    <a:pt x="3105" y="78427"/>
                    <a:pt x="3185" y="76366"/>
                  </a:cubicBezTo>
                  <a:cubicBezTo>
                    <a:pt x="5193" y="75322"/>
                    <a:pt x="6424" y="73314"/>
                    <a:pt x="6424" y="71066"/>
                  </a:cubicBezTo>
                  <a:cubicBezTo>
                    <a:pt x="6424" y="68818"/>
                    <a:pt x="5193" y="66784"/>
                    <a:pt x="3185" y="65766"/>
                  </a:cubicBezTo>
                  <a:cubicBezTo>
                    <a:pt x="3132" y="63786"/>
                    <a:pt x="2088" y="61992"/>
                    <a:pt x="402" y="60922"/>
                  </a:cubicBezTo>
                  <a:cubicBezTo>
                    <a:pt x="2088" y="59878"/>
                    <a:pt x="3132" y="58085"/>
                    <a:pt x="3185" y="56104"/>
                  </a:cubicBezTo>
                  <a:cubicBezTo>
                    <a:pt x="5193" y="55060"/>
                    <a:pt x="6424" y="53053"/>
                    <a:pt x="6424" y="50804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85" y="43604"/>
                    <a:pt x="2088" y="41731"/>
                    <a:pt x="402" y="40660"/>
                  </a:cubicBezTo>
                  <a:cubicBezTo>
                    <a:pt x="1927" y="39723"/>
                    <a:pt x="3319" y="37903"/>
                    <a:pt x="3212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93" y="26260"/>
                    <a:pt x="3185" y="25243"/>
                  </a:cubicBezTo>
                  <a:cubicBezTo>
                    <a:pt x="3105" y="23236"/>
                    <a:pt x="2061" y="21443"/>
                    <a:pt x="402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608"/>
                    <a:pt x="3185" y="15581"/>
                    <a:pt x="3185" y="15554"/>
                  </a:cubicBezTo>
                  <a:cubicBezTo>
                    <a:pt x="5193" y="14537"/>
                    <a:pt x="6424" y="12503"/>
                    <a:pt x="6424" y="10255"/>
                  </a:cubicBezTo>
                  <a:cubicBezTo>
                    <a:pt x="6424" y="8033"/>
                    <a:pt x="5193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2007" y="1074"/>
                    <a:pt x="214" y="30"/>
                  </a:cubicBezTo>
                  <a:cubicBezTo>
                    <a:pt x="194" y="10"/>
                    <a:pt x="169" y="1"/>
                    <a:pt x="1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64"/>
            <p:cNvSpPr/>
            <p:nvPr/>
          </p:nvSpPr>
          <p:spPr>
            <a:xfrm>
              <a:off x="1146800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3" y="1"/>
                  </a:moveTo>
                  <a:cubicBezTo>
                    <a:pt x="83" y="1"/>
                    <a:pt x="44" y="20"/>
                    <a:pt x="28" y="70"/>
                  </a:cubicBezTo>
                  <a:cubicBezTo>
                    <a:pt x="28" y="70"/>
                    <a:pt x="1" y="97"/>
                    <a:pt x="1" y="124"/>
                  </a:cubicBezTo>
                  <a:cubicBezTo>
                    <a:pt x="1" y="178"/>
                    <a:pt x="28" y="204"/>
                    <a:pt x="81" y="231"/>
                  </a:cubicBezTo>
                  <a:cubicBezTo>
                    <a:pt x="1821" y="1248"/>
                    <a:pt x="2972" y="3175"/>
                    <a:pt x="2918" y="5022"/>
                  </a:cubicBezTo>
                  <a:cubicBezTo>
                    <a:pt x="2918" y="5076"/>
                    <a:pt x="2945" y="5129"/>
                    <a:pt x="2998" y="5156"/>
                  </a:cubicBezTo>
                  <a:cubicBezTo>
                    <a:pt x="4952" y="6119"/>
                    <a:pt x="6157" y="8073"/>
                    <a:pt x="6157" y="10268"/>
                  </a:cubicBezTo>
                  <a:cubicBezTo>
                    <a:pt x="6157" y="12436"/>
                    <a:pt x="4952" y="14390"/>
                    <a:pt x="2998" y="15354"/>
                  </a:cubicBezTo>
                  <a:cubicBezTo>
                    <a:pt x="2945" y="15380"/>
                    <a:pt x="2918" y="15434"/>
                    <a:pt x="2918" y="15487"/>
                  </a:cubicBezTo>
                  <a:cubicBezTo>
                    <a:pt x="2998" y="17334"/>
                    <a:pt x="1848" y="19235"/>
                    <a:pt x="81" y="20278"/>
                  </a:cubicBezTo>
                  <a:cubicBezTo>
                    <a:pt x="54" y="20278"/>
                    <a:pt x="28" y="20305"/>
                    <a:pt x="1" y="20359"/>
                  </a:cubicBezTo>
                  <a:cubicBezTo>
                    <a:pt x="1" y="20412"/>
                    <a:pt x="28" y="20466"/>
                    <a:pt x="81" y="20493"/>
                  </a:cubicBezTo>
                  <a:cubicBezTo>
                    <a:pt x="1794" y="21510"/>
                    <a:pt x="2865" y="23303"/>
                    <a:pt x="2918" y="25310"/>
                  </a:cubicBezTo>
                  <a:cubicBezTo>
                    <a:pt x="2918" y="25364"/>
                    <a:pt x="2945" y="25391"/>
                    <a:pt x="2998" y="25417"/>
                  </a:cubicBezTo>
                  <a:cubicBezTo>
                    <a:pt x="4952" y="26381"/>
                    <a:pt x="6157" y="28362"/>
                    <a:pt x="6157" y="30530"/>
                  </a:cubicBezTo>
                  <a:cubicBezTo>
                    <a:pt x="6157" y="32698"/>
                    <a:pt x="4952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079" y="37837"/>
                    <a:pt x="1633" y="39630"/>
                    <a:pt x="81" y="40540"/>
                  </a:cubicBezTo>
                  <a:cubicBezTo>
                    <a:pt x="54" y="40540"/>
                    <a:pt x="28" y="40594"/>
                    <a:pt x="1" y="40620"/>
                  </a:cubicBezTo>
                  <a:cubicBezTo>
                    <a:pt x="1" y="40674"/>
                    <a:pt x="28" y="40727"/>
                    <a:pt x="81" y="40754"/>
                  </a:cubicBezTo>
                  <a:cubicBezTo>
                    <a:pt x="1821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52" y="46669"/>
                    <a:pt x="6157" y="48623"/>
                    <a:pt x="6157" y="50791"/>
                  </a:cubicBezTo>
                  <a:cubicBezTo>
                    <a:pt x="6157" y="52959"/>
                    <a:pt x="4952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91" y="57991"/>
                    <a:pt x="1821" y="59785"/>
                    <a:pt x="81" y="60802"/>
                  </a:cubicBezTo>
                  <a:cubicBezTo>
                    <a:pt x="54" y="60828"/>
                    <a:pt x="28" y="60855"/>
                    <a:pt x="1" y="60882"/>
                  </a:cubicBezTo>
                  <a:cubicBezTo>
                    <a:pt x="1" y="60935"/>
                    <a:pt x="28" y="60989"/>
                    <a:pt x="81" y="61016"/>
                  </a:cubicBezTo>
                  <a:cubicBezTo>
                    <a:pt x="1821" y="62033"/>
                    <a:pt x="2891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52" y="66931"/>
                    <a:pt x="6157" y="68885"/>
                    <a:pt x="6157" y="71053"/>
                  </a:cubicBezTo>
                  <a:cubicBezTo>
                    <a:pt x="6157" y="73221"/>
                    <a:pt x="4952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8" y="81117"/>
                    <a:pt x="1" y="81197"/>
                    <a:pt x="28" y="81251"/>
                  </a:cubicBezTo>
                  <a:cubicBezTo>
                    <a:pt x="47" y="81290"/>
                    <a:pt x="95" y="81315"/>
                    <a:pt x="151" y="81315"/>
                  </a:cubicBezTo>
                  <a:cubicBezTo>
                    <a:pt x="172" y="81315"/>
                    <a:pt x="193" y="81311"/>
                    <a:pt x="215" y="81304"/>
                  </a:cubicBezTo>
                  <a:cubicBezTo>
                    <a:pt x="1981" y="80260"/>
                    <a:pt x="3106" y="78413"/>
                    <a:pt x="3186" y="76352"/>
                  </a:cubicBezTo>
                  <a:cubicBezTo>
                    <a:pt x="5167" y="75309"/>
                    <a:pt x="6398" y="73301"/>
                    <a:pt x="6398" y="71053"/>
                  </a:cubicBezTo>
                  <a:cubicBezTo>
                    <a:pt x="6398" y="68805"/>
                    <a:pt x="5167" y="66797"/>
                    <a:pt x="3186" y="65753"/>
                  </a:cubicBezTo>
                  <a:cubicBezTo>
                    <a:pt x="3106" y="63773"/>
                    <a:pt x="2062" y="61979"/>
                    <a:pt x="375" y="60909"/>
                  </a:cubicBezTo>
                  <a:cubicBezTo>
                    <a:pt x="2062" y="59865"/>
                    <a:pt x="3106" y="58072"/>
                    <a:pt x="3186" y="56091"/>
                  </a:cubicBezTo>
                  <a:cubicBezTo>
                    <a:pt x="5167" y="55047"/>
                    <a:pt x="6398" y="53040"/>
                    <a:pt x="6398" y="50791"/>
                  </a:cubicBezTo>
                  <a:cubicBezTo>
                    <a:pt x="6398" y="48543"/>
                    <a:pt x="5167" y="46536"/>
                    <a:pt x="3186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293" y="37890"/>
                    <a:pt x="3186" y="35829"/>
                  </a:cubicBezTo>
                  <a:cubicBezTo>
                    <a:pt x="5167" y="34785"/>
                    <a:pt x="6398" y="32751"/>
                    <a:pt x="6398" y="30530"/>
                  </a:cubicBezTo>
                  <a:cubicBezTo>
                    <a:pt x="6398" y="28281"/>
                    <a:pt x="5167" y="26247"/>
                    <a:pt x="3186" y="25230"/>
                  </a:cubicBezTo>
                  <a:cubicBezTo>
                    <a:pt x="3079" y="23223"/>
                    <a:pt x="2062" y="21429"/>
                    <a:pt x="375" y="20386"/>
                  </a:cubicBezTo>
                  <a:cubicBezTo>
                    <a:pt x="2088" y="19315"/>
                    <a:pt x="3186" y="17415"/>
                    <a:pt x="3186" y="15541"/>
                  </a:cubicBezTo>
                  <a:cubicBezTo>
                    <a:pt x="5167" y="14524"/>
                    <a:pt x="6398" y="12490"/>
                    <a:pt x="6398" y="10268"/>
                  </a:cubicBezTo>
                  <a:cubicBezTo>
                    <a:pt x="6398" y="8020"/>
                    <a:pt x="5167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1981" y="1061"/>
                    <a:pt x="188" y="17"/>
                  </a:cubicBezTo>
                  <a:cubicBezTo>
                    <a:pt x="169" y="7"/>
                    <a:pt x="145" y="1"/>
                    <a:pt x="1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64"/>
            <p:cNvSpPr/>
            <p:nvPr/>
          </p:nvSpPr>
          <p:spPr>
            <a:xfrm>
              <a:off x="992900" y="566950"/>
              <a:ext cx="160625" cy="2033000"/>
            </a:xfrm>
            <a:custGeom>
              <a:avLst/>
              <a:gdLst/>
              <a:ahLst/>
              <a:cxnLst/>
              <a:rect l="l" t="t" r="r" b="b"/>
              <a:pathLst>
                <a:path w="6425" h="81320" extrusionOk="0">
                  <a:moveTo>
                    <a:pt x="145" y="1"/>
                  </a:moveTo>
                  <a:cubicBezTo>
                    <a:pt x="104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1" y="244"/>
                  </a:cubicBezTo>
                  <a:cubicBezTo>
                    <a:pt x="1821" y="1261"/>
                    <a:pt x="2972" y="3188"/>
                    <a:pt x="2945" y="5035"/>
                  </a:cubicBezTo>
                  <a:cubicBezTo>
                    <a:pt x="2945" y="5089"/>
                    <a:pt x="2972" y="5142"/>
                    <a:pt x="2998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8" y="15367"/>
                  </a:cubicBezTo>
                  <a:cubicBezTo>
                    <a:pt x="2972" y="15394"/>
                    <a:pt x="2945" y="15447"/>
                    <a:pt x="2945" y="15501"/>
                  </a:cubicBezTo>
                  <a:cubicBezTo>
                    <a:pt x="2998" y="17347"/>
                    <a:pt x="1847" y="19248"/>
                    <a:pt x="108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289"/>
                    <a:pt x="2945" y="25324"/>
                  </a:cubicBezTo>
                  <a:cubicBezTo>
                    <a:pt x="2945" y="25350"/>
                    <a:pt x="2972" y="25404"/>
                    <a:pt x="2998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8" y="35628"/>
                  </a:cubicBezTo>
                  <a:cubicBezTo>
                    <a:pt x="2972" y="35655"/>
                    <a:pt x="2945" y="35709"/>
                    <a:pt x="2945" y="35762"/>
                  </a:cubicBezTo>
                  <a:cubicBezTo>
                    <a:pt x="3105" y="37823"/>
                    <a:pt x="1633" y="39643"/>
                    <a:pt x="108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45" y="43658"/>
                    <a:pt x="2945" y="45532"/>
                  </a:cubicBezTo>
                  <a:cubicBezTo>
                    <a:pt x="2945" y="45558"/>
                    <a:pt x="2945" y="45558"/>
                    <a:pt x="2945" y="45585"/>
                  </a:cubicBez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8" y="55917"/>
                  </a:cubicBezTo>
                  <a:cubicBezTo>
                    <a:pt x="2972" y="55917"/>
                    <a:pt x="2945" y="55970"/>
                    <a:pt x="2945" y="56024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900"/>
                    <a:pt x="2972" y="65927"/>
                    <a:pt x="2998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8" y="76178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86"/>
                    <a:pt x="81" y="81076"/>
                  </a:cubicBezTo>
                  <a:cubicBezTo>
                    <a:pt x="27" y="81130"/>
                    <a:pt x="1" y="81183"/>
                    <a:pt x="27" y="81264"/>
                  </a:cubicBezTo>
                  <a:cubicBezTo>
                    <a:pt x="60" y="81297"/>
                    <a:pt x="104" y="81320"/>
                    <a:pt x="145" y="81320"/>
                  </a:cubicBezTo>
                  <a:cubicBezTo>
                    <a:pt x="170" y="81320"/>
                    <a:pt x="194" y="81311"/>
                    <a:pt x="215" y="81290"/>
                  </a:cubicBezTo>
                  <a:cubicBezTo>
                    <a:pt x="2008" y="80273"/>
                    <a:pt x="3105" y="78427"/>
                    <a:pt x="3186" y="76366"/>
                  </a:cubicBezTo>
                  <a:cubicBezTo>
                    <a:pt x="5193" y="75322"/>
                    <a:pt x="6424" y="73314"/>
                    <a:pt x="6424" y="71066"/>
                  </a:cubicBezTo>
                  <a:cubicBezTo>
                    <a:pt x="6424" y="68818"/>
                    <a:pt x="5193" y="66784"/>
                    <a:pt x="3186" y="65766"/>
                  </a:cubicBezTo>
                  <a:cubicBezTo>
                    <a:pt x="3105" y="63786"/>
                    <a:pt x="2088" y="61992"/>
                    <a:pt x="402" y="60922"/>
                  </a:cubicBezTo>
                  <a:cubicBezTo>
                    <a:pt x="2088" y="59878"/>
                    <a:pt x="3105" y="58085"/>
                    <a:pt x="3186" y="56104"/>
                  </a:cubicBezTo>
                  <a:cubicBezTo>
                    <a:pt x="5193" y="55060"/>
                    <a:pt x="6424" y="53053"/>
                    <a:pt x="6424" y="50804"/>
                  </a:cubicBezTo>
                  <a:cubicBezTo>
                    <a:pt x="6424" y="48556"/>
                    <a:pt x="5193" y="46522"/>
                    <a:pt x="3186" y="45505"/>
                  </a:cubicBezTo>
                  <a:cubicBezTo>
                    <a:pt x="3159" y="43604"/>
                    <a:pt x="2088" y="41731"/>
                    <a:pt x="402" y="40660"/>
                  </a:cubicBezTo>
                  <a:cubicBezTo>
                    <a:pt x="1901" y="39723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93" y="26260"/>
                    <a:pt x="3186" y="25243"/>
                  </a:cubicBezTo>
                  <a:cubicBezTo>
                    <a:pt x="3105" y="23236"/>
                    <a:pt x="2062" y="21443"/>
                    <a:pt x="402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608"/>
                    <a:pt x="3186" y="15581"/>
                    <a:pt x="3186" y="15554"/>
                  </a:cubicBezTo>
                  <a:cubicBezTo>
                    <a:pt x="5193" y="14537"/>
                    <a:pt x="6424" y="12503"/>
                    <a:pt x="6424" y="10255"/>
                  </a:cubicBezTo>
                  <a:cubicBezTo>
                    <a:pt x="6424" y="8033"/>
                    <a:pt x="5193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2008" y="1074"/>
                    <a:pt x="215" y="30"/>
                  </a:cubicBezTo>
                  <a:cubicBezTo>
                    <a:pt x="194" y="10"/>
                    <a:pt x="170" y="1"/>
                    <a:pt x="1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64"/>
            <p:cNvSpPr/>
            <p:nvPr/>
          </p:nvSpPr>
          <p:spPr>
            <a:xfrm>
              <a:off x="839675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2" y="1"/>
                  </a:moveTo>
                  <a:cubicBezTo>
                    <a:pt x="83" y="1"/>
                    <a:pt x="44" y="20"/>
                    <a:pt x="27" y="70"/>
                  </a:cubicBezTo>
                  <a:cubicBezTo>
                    <a:pt x="0" y="70"/>
                    <a:pt x="0" y="97"/>
                    <a:pt x="0" y="124"/>
                  </a:cubicBezTo>
                  <a:cubicBezTo>
                    <a:pt x="0" y="178"/>
                    <a:pt x="27" y="204"/>
                    <a:pt x="54" y="231"/>
                  </a:cubicBezTo>
                  <a:cubicBezTo>
                    <a:pt x="1794" y="1248"/>
                    <a:pt x="2971" y="3175"/>
                    <a:pt x="2918" y="5022"/>
                  </a:cubicBezTo>
                  <a:cubicBezTo>
                    <a:pt x="2918" y="5076"/>
                    <a:pt x="2945" y="5129"/>
                    <a:pt x="2998" y="5156"/>
                  </a:cubicBezTo>
                  <a:cubicBezTo>
                    <a:pt x="4925" y="6119"/>
                    <a:pt x="6156" y="8073"/>
                    <a:pt x="6156" y="10268"/>
                  </a:cubicBezTo>
                  <a:cubicBezTo>
                    <a:pt x="6156" y="12436"/>
                    <a:pt x="4925" y="14390"/>
                    <a:pt x="2998" y="15354"/>
                  </a:cubicBezTo>
                  <a:cubicBezTo>
                    <a:pt x="2945" y="15380"/>
                    <a:pt x="2918" y="15434"/>
                    <a:pt x="2918" y="15487"/>
                  </a:cubicBezTo>
                  <a:cubicBezTo>
                    <a:pt x="2971" y="17334"/>
                    <a:pt x="1847" y="19235"/>
                    <a:pt x="81" y="20278"/>
                  </a:cubicBezTo>
                  <a:cubicBezTo>
                    <a:pt x="54" y="20278"/>
                    <a:pt x="27" y="20305"/>
                    <a:pt x="0" y="20359"/>
                  </a:cubicBezTo>
                  <a:cubicBezTo>
                    <a:pt x="0" y="20412"/>
                    <a:pt x="27" y="20466"/>
                    <a:pt x="54" y="20493"/>
                  </a:cubicBezTo>
                  <a:cubicBezTo>
                    <a:pt x="1794" y="21510"/>
                    <a:pt x="2864" y="23303"/>
                    <a:pt x="2918" y="25310"/>
                  </a:cubicBezTo>
                  <a:cubicBezTo>
                    <a:pt x="2918" y="25364"/>
                    <a:pt x="2945" y="25391"/>
                    <a:pt x="2998" y="25417"/>
                  </a:cubicBezTo>
                  <a:cubicBezTo>
                    <a:pt x="4925" y="26381"/>
                    <a:pt x="6156" y="28362"/>
                    <a:pt x="6156" y="30530"/>
                  </a:cubicBezTo>
                  <a:cubicBezTo>
                    <a:pt x="6156" y="32698"/>
                    <a:pt x="4925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078" y="37837"/>
                    <a:pt x="1606" y="39630"/>
                    <a:pt x="81" y="40540"/>
                  </a:cubicBezTo>
                  <a:cubicBezTo>
                    <a:pt x="54" y="40540"/>
                    <a:pt x="27" y="40594"/>
                    <a:pt x="0" y="40620"/>
                  </a:cubicBezTo>
                  <a:cubicBezTo>
                    <a:pt x="0" y="40674"/>
                    <a:pt x="27" y="40727"/>
                    <a:pt x="54" y="40754"/>
                  </a:cubicBezTo>
                  <a:cubicBezTo>
                    <a:pt x="1794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25" y="46669"/>
                    <a:pt x="6156" y="48623"/>
                    <a:pt x="6156" y="50791"/>
                  </a:cubicBezTo>
                  <a:cubicBezTo>
                    <a:pt x="6156" y="52959"/>
                    <a:pt x="4925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64" y="57991"/>
                    <a:pt x="1820" y="59785"/>
                    <a:pt x="81" y="60802"/>
                  </a:cubicBezTo>
                  <a:cubicBezTo>
                    <a:pt x="54" y="60828"/>
                    <a:pt x="27" y="60855"/>
                    <a:pt x="0" y="60882"/>
                  </a:cubicBezTo>
                  <a:cubicBezTo>
                    <a:pt x="0" y="60935"/>
                    <a:pt x="27" y="60989"/>
                    <a:pt x="54" y="61016"/>
                  </a:cubicBezTo>
                  <a:cubicBezTo>
                    <a:pt x="1794" y="62033"/>
                    <a:pt x="2864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25" y="66931"/>
                    <a:pt x="6156" y="68885"/>
                    <a:pt x="6156" y="71053"/>
                  </a:cubicBezTo>
                  <a:cubicBezTo>
                    <a:pt x="6156" y="73221"/>
                    <a:pt x="4925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64" y="78280"/>
                    <a:pt x="1794" y="80073"/>
                    <a:pt x="81" y="81090"/>
                  </a:cubicBezTo>
                  <a:cubicBezTo>
                    <a:pt x="0" y="81117"/>
                    <a:pt x="0" y="81197"/>
                    <a:pt x="27" y="81251"/>
                  </a:cubicBezTo>
                  <a:cubicBezTo>
                    <a:pt x="47" y="81290"/>
                    <a:pt x="95" y="81315"/>
                    <a:pt x="140" y="81315"/>
                  </a:cubicBezTo>
                  <a:cubicBezTo>
                    <a:pt x="157" y="81315"/>
                    <a:pt x="173" y="81311"/>
                    <a:pt x="188" y="81304"/>
                  </a:cubicBezTo>
                  <a:cubicBezTo>
                    <a:pt x="1981" y="80260"/>
                    <a:pt x="3105" y="78413"/>
                    <a:pt x="3159" y="76352"/>
                  </a:cubicBezTo>
                  <a:cubicBezTo>
                    <a:pt x="5166" y="75309"/>
                    <a:pt x="6397" y="73301"/>
                    <a:pt x="6397" y="71053"/>
                  </a:cubicBezTo>
                  <a:cubicBezTo>
                    <a:pt x="6397" y="68805"/>
                    <a:pt x="5166" y="66797"/>
                    <a:pt x="3159" y="65753"/>
                  </a:cubicBezTo>
                  <a:cubicBezTo>
                    <a:pt x="3105" y="63773"/>
                    <a:pt x="2061" y="61979"/>
                    <a:pt x="375" y="60909"/>
                  </a:cubicBezTo>
                  <a:cubicBezTo>
                    <a:pt x="2061" y="59865"/>
                    <a:pt x="3105" y="58072"/>
                    <a:pt x="3159" y="56091"/>
                  </a:cubicBezTo>
                  <a:cubicBezTo>
                    <a:pt x="5166" y="55047"/>
                    <a:pt x="6397" y="53040"/>
                    <a:pt x="6397" y="50791"/>
                  </a:cubicBezTo>
                  <a:cubicBezTo>
                    <a:pt x="6397" y="48543"/>
                    <a:pt x="5166" y="46536"/>
                    <a:pt x="3159" y="45492"/>
                  </a:cubicBezTo>
                  <a:cubicBezTo>
                    <a:pt x="3159" y="43591"/>
                    <a:pt x="2061" y="41718"/>
                    <a:pt x="375" y="40647"/>
                  </a:cubicBezTo>
                  <a:cubicBezTo>
                    <a:pt x="1901" y="39710"/>
                    <a:pt x="3292" y="37890"/>
                    <a:pt x="3185" y="35829"/>
                  </a:cubicBezTo>
                  <a:cubicBezTo>
                    <a:pt x="5166" y="34785"/>
                    <a:pt x="6397" y="32751"/>
                    <a:pt x="6397" y="30530"/>
                  </a:cubicBezTo>
                  <a:cubicBezTo>
                    <a:pt x="6397" y="28281"/>
                    <a:pt x="5166" y="26247"/>
                    <a:pt x="3159" y="25230"/>
                  </a:cubicBezTo>
                  <a:cubicBezTo>
                    <a:pt x="3078" y="23223"/>
                    <a:pt x="2035" y="21429"/>
                    <a:pt x="375" y="20386"/>
                  </a:cubicBezTo>
                  <a:cubicBezTo>
                    <a:pt x="2061" y="19315"/>
                    <a:pt x="3159" y="17441"/>
                    <a:pt x="3159" y="15595"/>
                  </a:cubicBezTo>
                  <a:cubicBezTo>
                    <a:pt x="3159" y="15595"/>
                    <a:pt x="3159" y="15568"/>
                    <a:pt x="3159" y="15541"/>
                  </a:cubicBezTo>
                  <a:cubicBezTo>
                    <a:pt x="5166" y="14524"/>
                    <a:pt x="6397" y="12490"/>
                    <a:pt x="6397" y="10268"/>
                  </a:cubicBezTo>
                  <a:cubicBezTo>
                    <a:pt x="6397" y="8020"/>
                    <a:pt x="5166" y="5986"/>
                    <a:pt x="3159" y="4969"/>
                  </a:cubicBezTo>
                  <a:lnTo>
                    <a:pt x="3159" y="4942"/>
                  </a:lnTo>
                  <a:cubicBezTo>
                    <a:pt x="3159" y="3041"/>
                    <a:pt x="1981" y="1061"/>
                    <a:pt x="188" y="17"/>
                  </a:cubicBezTo>
                  <a:cubicBezTo>
                    <a:pt x="168" y="7"/>
                    <a:pt x="145" y="1"/>
                    <a:pt x="1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64"/>
            <p:cNvSpPr/>
            <p:nvPr/>
          </p:nvSpPr>
          <p:spPr>
            <a:xfrm>
              <a:off x="685775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0" y="110"/>
                    <a:pt x="0" y="137"/>
                  </a:cubicBezTo>
                  <a:cubicBezTo>
                    <a:pt x="0" y="164"/>
                    <a:pt x="27" y="217"/>
                    <a:pt x="81" y="244"/>
                  </a:cubicBezTo>
                  <a:cubicBezTo>
                    <a:pt x="1820" y="1261"/>
                    <a:pt x="2944" y="3188"/>
                    <a:pt x="2918" y="5035"/>
                  </a:cubicBezTo>
                  <a:cubicBezTo>
                    <a:pt x="2918" y="5089"/>
                    <a:pt x="2944" y="5142"/>
                    <a:pt x="2998" y="5169"/>
                  </a:cubicBezTo>
                  <a:cubicBezTo>
                    <a:pt x="4952" y="6133"/>
                    <a:pt x="6156" y="8086"/>
                    <a:pt x="6156" y="10255"/>
                  </a:cubicBezTo>
                  <a:cubicBezTo>
                    <a:pt x="6156" y="12449"/>
                    <a:pt x="4952" y="14403"/>
                    <a:pt x="2998" y="15367"/>
                  </a:cubicBezTo>
                  <a:cubicBezTo>
                    <a:pt x="2944" y="15394"/>
                    <a:pt x="2918" y="15447"/>
                    <a:pt x="2918" y="15501"/>
                  </a:cubicBezTo>
                  <a:cubicBezTo>
                    <a:pt x="2998" y="17347"/>
                    <a:pt x="1847" y="19248"/>
                    <a:pt x="81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0" y="20425"/>
                    <a:pt x="27" y="20479"/>
                    <a:pt x="81" y="20506"/>
                  </a:cubicBezTo>
                  <a:cubicBezTo>
                    <a:pt x="1794" y="21496"/>
                    <a:pt x="2864" y="23316"/>
                    <a:pt x="2918" y="25324"/>
                  </a:cubicBezTo>
                  <a:cubicBezTo>
                    <a:pt x="2918" y="25350"/>
                    <a:pt x="2944" y="25404"/>
                    <a:pt x="2998" y="25431"/>
                  </a:cubicBezTo>
                  <a:cubicBezTo>
                    <a:pt x="4952" y="26394"/>
                    <a:pt x="6156" y="28348"/>
                    <a:pt x="6156" y="30543"/>
                  </a:cubicBezTo>
                  <a:cubicBezTo>
                    <a:pt x="6156" y="32711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18" y="35762"/>
                  </a:cubicBezTo>
                  <a:cubicBezTo>
                    <a:pt x="3078" y="37823"/>
                    <a:pt x="1633" y="39643"/>
                    <a:pt x="81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1" y="40767"/>
                  </a:cubicBezTo>
                  <a:cubicBezTo>
                    <a:pt x="1820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4" y="45665"/>
                    <a:pt x="2998" y="45692"/>
                  </a:cubicBezTo>
                  <a:cubicBezTo>
                    <a:pt x="4952" y="46656"/>
                    <a:pt x="6156" y="48636"/>
                    <a:pt x="6156" y="50804"/>
                  </a:cubicBezTo>
                  <a:cubicBezTo>
                    <a:pt x="6156" y="52972"/>
                    <a:pt x="4952" y="54926"/>
                    <a:pt x="2998" y="55917"/>
                  </a:cubicBezTo>
                  <a:cubicBezTo>
                    <a:pt x="2944" y="55917"/>
                    <a:pt x="2918" y="55970"/>
                    <a:pt x="2918" y="56024"/>
                  </a:cubicBezTo>
                  <a:cubicBezTo>
                    <a:pt x="2891" y="58004"/>
                    <a:pt x="1820" y="59798"/>
                    <a:pt x="81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0" y="60949"/>
                    <a:pt x="27" y="61002"/>
                    <a:pt x="81" y="61029"/>
                  </a:cubicBezTo>
                  <a:cubicBezTo>
                    <a:pt x="1820" y="62046"/>
                    <a:pt x="2891" y="63839"/>
                    <a:pt x="2918" y="65847"/>
                  </a:cubicBezTo>
                  <a:cubicBezTo>
                    <a:pt x="2918" y="65900"/>
                    <a:pt x="2944" y="65927"/>
                    <a:pt x="2998" y="65954"/>
                  </a:cubicBezTo>
                  <a:cubicBezTo>
                    <a:pt x="4952" y="66944"/>
                    <a:pt x="6156" y="68898"/>
                    <a:pt x="6156" y="71066"/>
                  </a:cubicBezTo>
                  <a:cubicBezTo>
                    <a:pt x="6156" y="73234"/>
                    <a:pt x="4952" y="75188"/>
                    <a:pt x="2998" y="76178"/>
                  </a:cubicBezTo>
                  <a:cubicBezTo>
                    <a:pt x="2944" y="76178"/>
                    <a:pt x="2918" y="76232"/>
                    <a:pt x="2918" y="76285"/>
                  </a:cubicBezTo>
                  <a:cubicBezTo>
                    <a:pt x="2891" y="78293"/>
                    <a:pt x="1820" y="80086"/>
                    <a:pt x="81" y="81076"/>
                  </a:cubicBezTo>
                  <a:cubicBezTo>
                    <a:pt x="27" y="81130"/>
                    <a:pt x="0" y="81183"/>
                    <a:pt x="27" y="81264"/>
                  </a:cubicBezTo>
                  <a:cubicBezTo>
                    <a:pt x="60" y="81297"/>
                    <a:pt x="93" y="81320"/>
                    <a:pt x="133" y="81320"/>
                  </a:cubicBezTo>
                  <a:cubicBezTo>
                    <a:pt x="157" y="81320"/>
                    <a:pt x="184" y="81311"/>
                    <a:pt x="214" y="81290"/>
                  </a:cubicBezTo>
                  <a:cubicBezTo>
                    <a:pt x="2008" y="80273"/>
                    <a:pt x="3105" y="78427"/>
                    <a:pt x="3185" y="76366"/>
                  </a:cubicBezTo>
                  <a:cubicBezTo>
                    <a:pt x="5166" y="75322"/>
                    <a:pt x="6397" y="73314"/>
                    <a:pt x="6397" y="71066"/>
                  </a:cubicBezTo>
                  <a:cubicBezTo>
                    <a:pt x="6397" y="68818"/>
                    <a:pt x="5166" y="66784"/>
                    <a:pt x="3185" y="65766"/>
                  </a:cubicBezTo>
                  <a:cubicBezTo>
                    <a:pt x="3105" y="63786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104"/>
                  </a:cubicBezTo>
                  <a:cubicBezTo>
                    <a:pt x="5166" y="55060"/>
                    <a:pt x="6397" y="53053"/>
                    <a:pt x="6397" y="50804"/>
                  </a:cubicBezTo>
                  <a:cubicBezTo>
                    <a:pt x="6397" y="48556"/>
                    <a:pt x="5166" y="46522"/>
                    <a:pt x="3185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723"/>
                    <a:pt x="3292" y="37903"/>
                    <a:pt x="3185" y="35816"/>
                  </a:cubicBezTo>
                  <a:cubicBezTo>
                    <a:pt x="5166" y="34799"/>
                    <a:pt x="6397" y="32764"/>
                    <a:pt x="6397" y="30543"/>
                  </a:cubicBezTo>
                  <a:cubicBezTo>
                    <a:pt x="6397" y="28295"/>
                    <a:pt x="5166" y="26260"/>
                    <a:pt x="3185" y="25243"/>
                  </a:cubicBezTo>
                  <a:cubicBezTo>
                    <a:pt x="3078" y="23236"/>
                    <a:pt x="2061" y="21443"/>
                    <a:pt x="375" y="20399"/>
                  </a:cubicBezTo>
                  <a:cubicBezTo>
                    <a:pt x="2088" y="19328"/>
                    <a:pt x="3185" y="17401"/>
                    <a:pt x="3185" y="15554"/>
                  </a:cubicBezTo>
                  <a:cubicBezTo>
                    <a:pt x="5166" y="14537"/>
                    <a:pt x="6397" y="12503"/>
                    <a:pt x="6397" y="10255"/>
                  </a:cubicBezTo>
                  <a:cubicBezTo>
                    <a:pt x="6397" y="8033"/>
                    <a:pt x="5166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1981" y="1074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64"/>
            <p:cNvSpPr/>
            <p:nvPr/>
          </p:nvSpPr>
          <p:spPr>
            <a:xfrm>
              <a:off x="531875" y="8188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47" y="1"/>
                  </a:moveTo>
                  <a:cubicBezTo>
                    <a:pt x="106" y="1"/>
                    <a:pt x="61" y="20"/>
                    <a:pt x="27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54" y="204"/>
                    <a:pt x="80" y="231"/>
                  </a:cubicBezTo>
                  <a:cubicBezTo>
                    <a:pt x="1820" y="1248"/>
                    <a:pt x="2971" y="3175"/>
                    <a:pt x="2944" y="5022"/>
                  </a:cubicBezTo>
                  <a:cubicBezTo>
                    <a:pt x="2944" y="5076"/>
                    <a:pt x="2971" y="5129"/>
                    <a:pt x="2998" y="5156"/>
                  </a:cubicBezTo>
                  <a:cubicBezTo>
                    <a:pt x="4952" y="6119"/>
                    <a:pt x="6156" y="8073"/>
                    <a:pt x="6156" y="10268"/>
                  </a:cubicBezTo>
                  <a:cubicBezTo>
                    <a:pt x="6156" y="12436"/>
                    <a:pt x="4952" y="14390"/>
                    <a:pt x="2998" y="15354"/>
                  </a:cubicBezTo>
                  <a:cubicBezTo>
                    <a:pt x="2971" y="15380"/>
                    <a:pt x="2944" y="15461"/>
                    <a:pt x="2944" y="15487"/>
                  </a:cubicBezTo>
                  <a:cubicBezTo>
                    <a:pt x="2998" y="17334"/>
                    <a:pt x="1847" y="19235"/>
                    <a:pt x="107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0" y="20412"/>
                    <a:pt x="27" y="20466"/>
                    <a:pt x="80" y="20493"/>
                  </a:cubicBezTo>
                  <a:cubicBezTo>
                    <a:pt x="1793" y="21510"/>
                    <a:pt x="2864" y="23303"/>
                    <a:pt x="2944" y="25310"/>
                  </a:cubicBezTo>
                  <a:cubicBezTo>
                    <a:pt x="2944" y="25364"/>
                    <a:pt x="2971" y="25391"/>
                    <a:pt x="2998" y="25417"/>
                  </a:cubicBezTo>
                  <a:cubicBezTo>
                    <a:pt x="4952" y="26381"/>
                    <a:pt x="6156" y="28362"/>
                    <a:pt x="6156" y="30530"/>
                  </a:cubicBezTo>
                  <a:cubicBezTo>
                    <a:pt x="6156" y="32698"/>
                    <a:pt x="4952" y="34652"/>
                    <a:pt x="2998" y="35642"/>
                  </a:cubicBezTo>
                  <a:cubicBezTo>
                    <a:pt x="2971" y="35642"/>
                    <a:pt x="2944" y="35695"/>
                    <a:pt x="2944" y="35749"/>
                  </a:cubicBezTo>
                  <a:cubicBezTo>
                    <a:pt x="3105" y="37837"/>
                    <a:pt x="1633" y="39630"/>
                    <a:pt x="107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0" y="40674"/>
                    <a:pt x="27" y="40727"/>
                    <a:pt x="80" y="40754"/>
                  </a:cubicBezTo>
                  <a:cubicBezTo>
                    <a:pt x="1820" y="41771"/>
                    <a:pt x="2944" y="43645"/>
                    <a:pt x="2944" y="45545"/>
                  </a:cubicBezTo>
                  <a:cubicBezTo>
                    <a:pt x="2944" y="45545"/>
                    <a:pt x="2944" y="45545"/>
                    <a:pt x="2944" y="45572"/>
                  </a:cubicBezTo>
                  <a:cubicBezTo>
                    <a:pt x="2944" y="45626"/>
                    <a:pt x="2971" y="45652"/>
                    <a:pt x="2998" y="45679"/>
                  </a:cubicBezTo>
                  <a:cubicBezTo>
                    <a:pt x="4952" y="46669"/>
                    <a:pt x="6156" y="48623"/>
                    <a:pt x="6156" y="50791"/>
                  </a:cubicBezTo>
                  <a:cubicBezTo>
                    <a:pt x="6156" y="52959"/>
                    <a:pt x="4952" y="54913"/>
                    <a:pt x="2998" y="55904"/>
                  </a:cubicBezTo>
                  <a:cubicBezTo>
                    <a:pt x="2971" y="55930"/>
                    <a:pt x="2944" y="55957"/>
                    <a:pt x="2944" y="56011"/>
                  </a:cubicBezTo>
                  <a:cubicBezTo>
                    <a:pt x="2891" y="57991"/>
                    <a:pt x="1820" y="59785"/>
                    <a:pt x="107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0" y="60935"/>
                    <a:pt x="27" y="60989"/>
                    <a:pt x="80" y="61016"/>
                  </a:cubicBezTo>
                  <a:cubicBezTo>
                    <a:pt x="1820" y="62033"/>
                    <a:pt x="2891" y="63826"/>
                    <a:pt x="2944" y="65834"/>
                  </a:cubicBezTo>
                  <a:cubicBezTo>
                    <a:pt x="2944" y="65887"/>
                    <a:pt x="2971" y="65914"/>
                    <a:pt x="2998" y="65941"/>
                  </a:cubicBezTo>
                  <a:cubicBezTo>
                    <a:pt x="4952" y="66931"/>
                    <a:pt x="6156" y="68885"/>
                    <a:pt x="6156" y="71053"/>
                  </a:cubicBezTo>
                  <a:cubicBezTo>
                    <a:pt x="6156" y="73221"/>
                    <a:pt x="4952" y="75175"/>
                    <a:pt x="2998" y="76165"/>
                  </a:cubicBezTo>
                  <a:cubicBezTo>
                    <a:pt x="2971" y="76192"/>
                    <a:pt x="2944" y="76219"/>
                    <a:pt x="2944" y="76272"/>
                  </a:cubicBezTo>
                  <a:cubicBezTo>
                    <a:pt x="2891" y="78280"/>
                    <a:pt x="1820" y="80073"/>
                    <a:pt x="80" y="81090"/>
                  </a:cubicBezTo>
                  <a:cubicBezTo>
                    <a:pt x="27" y="81117"/>
                    <a:pt x="0" y="81197"/>
                    <a:pt x="54" y="81251"/>
                  </a:cubicBezTo>
                  <a:cubicBezTo>
                    <a:pt x="73" y="81290"/>
                    <a:pt x="122" y="81315"/>
                    <a:pt x="167" y="81315"/>
                  </a:cubicBezTo>
                  <a:cubicBezTo>
                    <a:pt x="184" y="81315"/>
                    <a:pt x="200" y="81311"/>
                    <a:pt x="214" y="81304"/>
                  </a:cubicBezTo>
                  <a:cubicBezTo>
                    <a:pt x="2008" y="80260"/>
                    <a:pt x="3105" y="78413"/>
                    <a:pt x="3185" y="76352"/>
                  </a:cubicBezTo>
                  <a:cubicBezTo>
                    <a:pt x="5193" y="75309"/>
                    <a:pt x="6424" y="73301"/>
                    <a:pt x="6424" y="71053"/>
                  </a:cubicBezTo>
                  <a:cubicBezTo>
                    <a:pt x="6424" y="68805"/>
                    <a:pt x="5193" y="66797"/>
                    <a:pt x="3185" y="65753"/>
                  </a:cubicBezTo>
                  <a:cubicBezTo>
                    <a:pt x="3105" y="63773"/>
                    <a:pt x="2088" y="61979"/>
                    <a:pt x="402" y="60909"/>
                  </a:cubicBezTo>
                  <a:cubicBezTo>
                    <a:pt x="2088" y="59865"/>
                    <a:pt x="3105" y="58072"/>
                    <a:pt x="3185" y="56091"/>
                  </a:cubicBezTo>
                  <a:cubicBezTo>
                    <a:pt x="5193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5" y="45492"/>
                  </a:cubicBezTo>
                  <a:cubicBezTo>
                    <a:pt x="3185" y="43591"/>
                    <a:pt x="2088" y="41718"/>
                    <a:pt x="402" y="40647"/>
                  </a:cubicBezTo>
                  <a:cubicBezTo>
                    <a:pt x="1900" y="39710"/>
                    <a:pt x="3319" y="37890"/>
                    <a:pt x="3185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93" y="26247"/>
                    <a:pt x="3185" y="25230"/>
                  </a:cubicBezTo>
                  <a:cubicBezTo>
                    <a:pt x="3105" y="23223"/>
                    <a:pt x="2061" y="21429"/>
                    <a:pt x="402" y="20386"/>
                  </a:cubicBezTo>
                  <a:cubicBezTo>
                    <a:pt x="2088" y="19315"/>
                    <a:pt x="3185" y="17441"/>
                    <a:pt x="3185" y="15595"/>
                  </a:cubicBezTo>
                  <a:cubicBezTo>
                    <a:pt x="3185" y="15595"/>
                    <a:pt x="3185" y="15568"/>
                    <a:pt x="3185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5" y="4969"/>
                  </a:cubicBezTo>
                  <a:lnTo>
                    <a:pt x="3185" y="4942"/>
                  </a:lnTo>
                  <a:cubicBezTo>
                    <a:pt x="3185" y="3041"/>
                    <a:pt x="2008" y="1061"/>
                    <a:pt x="214" y="17"/>
                  </a:cubicBezTo>
                  <a:cubicBezTo>
                    <a:pt x="195" y="7"/>
                    <a:pt x="171" y="1"/>
                    <a:pt x="1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64"/>
            <p:cNvSpPr/>
            <p:nvPr/>
          </p:nvSpPr>
          <p:spPr>
            <a:xfrm>
              <a:off x="378625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20" y="1"/>
                  </a:moveTo>
                  <a:cubicBezTo>
                    <a:pt x="81" y="1"/>
                    <a:pt x="44" y="24"/>
                    <a:pt x="28" y="57"/>
                  </a:cubicBezTo>
                  <a:cubicBezTo>
                    <a:pt x="1" y="84"/>
                    <a:pt x="1" y="110"/>
                    <a:pt x="1" y="137"/>
                  </a:cubicBezTo>
                  <a:cubicBezTo>
                    <a:pt x="1" y="164"/>
                    <a:pt x="28" y="217"/>
                    <a:pt x="54" y="244"/>
                  </a:cubicBezTo>
                  <a:cubicBezTo>
                    <a:pt x="1821" y="1261"/>
                    <a:pt x="2972" y="3188"/>
                    <a:pt x="2918" y="5035"/>
                  </a:cubicBezTo>
                  <a:cubicBezTo>
                    <a:pt x="2918" y="5116"/>
                    <a:pt x="2945" y="5142"/>
                    <a:pt x="2999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9" y="15367"/>
                  </a:cubicBezTo>
                  <a:cubicBezTo>
                    <a:pt x="2945" y="15394"/>
                    <a:pt x="2918" y="15447"/>
                    <a:pt x="2918" y="15501"/>
                  </a:cubicBezTo>
                  <a:cubicBezTo>
                    <a:pt x="2972" y="17347"/>
                    <a:pt x="1848" y="19248"/>
                    <a:pt x="81" y="20292"/>
                  </a:cubicBezTo>
                  <a:cubicBezTo>
                    <a:pt x="54" y="20292"/>
                    <a:pt x="28" y="20318"/>
                    <a:pt x="1" y="20372"/>
                  </a:cubicBezTo>
                  <a:cubicBezTo>
                    <a:pt x="1" y="20425"/>
                    <a:pt x="28" y="20479"/>
                    <a:pt x="54" y="20506"/>
                  </a:cubicBezTo>
                  <a:cubicBezTo>
                    <a:pt x="1794" y="21496"/>
                    <a:pt x="2865" y="23316"/>
                    <a:pt x="2918" y="25324"/>
                  </a:cubicBezTo>
                  <a:cubicBezTo>
                    <a:pt x="2918" y="25350"/>
                    <a:pt x="2945" y="25404"/>
                    <a:pt x="2999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9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9" y="37823"/>
                    <a:pt x="1607" y="39643"/>
                    <a:pt x="81" y="40553"/>
                  </a:cubicBezTo>
                  <a:cubicBezTo>
                    <a:pt x="54" y="40553"/>
                    <a:pt x="28" y="40580"/>
                    <a:pt x="1" y="40633"/>
                  </a:cubicBezTo>
                  <a:cubicBezTo>
                    <a:pt x="1" y="40687"/>
                    <a:pt x="28" y="40741"/>
                    <a:pt x="54" y="40767"/>
                  </a:cubicBezTo>
                  <a:cubicBezTo>
                    <a:pt x="1794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5" y="45665"/>
                    <a:pt x="2999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9" y="55917"/>
                  </a:cubicBezTo>
                  <a:cubicBezTo>
                    <a:pt x="2945" y="55917"/>
                    <a:pt x="2918" y="55970"/>
                    <a:pt x="2918" y="56024"/>
                  </a:cubicBezTo>
                  <a:cubicBezTo>
                    <a:pt x="2865" y="58004"/>
                    <a:pt x="1821" y="59798"/>
                    <a:pt x="81" y="60815"/>
                  </a:cubicBezTo>
                  <a:cubicBezTo>
                    <a:pt x="54" y="60815"/>
                    <a:pt x="28" y="60868"/>
                    <a:pt x="1" y="60895"/>
                  </a:cubicBezTo>
                  <a:cubicBezTo>
                    <a:pt x="1" y="60949"/>
                    <a:pt x="28" y="61002"/>
                    <a:pt x="54" y="61029"/>
                  </a:cubicBezTo>
                  <a:cubicBezTo>
                    <a:pt x="1794" y="62046"/>
                    <a:pt x="2865" y="63839"/>
                    <a:pt x="2918" y="65847"/>
                  </a:cubicBezTo>
                  <a:cubicBezTo>
                    <a:pt x="2918" y="65900"/>
                    <a:pt x="2945" y="65927"/>
                    <a:pt x="2999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9" y="76178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65" y="78293"/>
                    <a:pt x="1821" y="80086"/>
                    <a:pt x="81" y="81076"/>
                  </a:cubicBezTo>
                  <a:cubicBezTo>
                    <a:pt x="1" y="81130"/>
                    <a:pt x="1" y="81183"/>
                    <a:pt x="28" y="81264"/>
                  </a:cubicBezTo>
                  <a:cubicBezTo>
                    <a:pt x="44" y="81297"/>
                    <a:pt x="81" y="81320"/>
                    <a:pt x="120" y="81320"/>
                  </a:cubicBezTo>
                  <a:cubicBezTo>
                    <a:pt x="143" y="81320"/>
                    <a:pt x="168" y="81311"/>
                    <a:pt x="188" y="81290"/>
                  </a:cubicBezTo>
                  <a:cubicBezTo>
                    <a:pt x="1981" y="80273"/>
                    <a:pt x="3106" y="78427"/>
                    <a:pt x="3159" y="76366"/>
                  </a:cubicBezTo>
                  <a:cubicBezTo>
                    <a:pt x="5167" y="75322"/>
                    <a:pt x="6398" y="73314"/>
                    <a:pt x="6398" y="71066"/>
                  </a:cubicBezTo>
                  <a:cubicBezTo>
                    <a:pt x="6398" y="68818"/>
                    <a:pt x="5167" y="66784"/>
                    <a:pt x="3159" y="65766"/>
                  </a:cubicBezTo>
                  <a:cubicBezTo>
                    <a:pt x="3106" y="63786"/>
                    <a:pt x="2062" y="61992"/>
                    <a:pt x="376" y="60922"/>
                  </a:cubicBezTo>
                  <a:cubicBezTo>
                    <a:pt x="2062" y="59878"/>
                    <a:pt x="3106" y="58085"/>
                    <a:pt x="3159" y="56104"/>
                  </a:cubicBezTo>
                  <a:cubicBezTo>
                    <a:pt x="5167" y="55060"/>
                    <a:pt x="6398" y="53053"/>
                    <a:pt x="6398" y="50804"/>
                  </a:cubicBezTo>
                  <a:cubicBezTo>
                    <a:pt x="6398" y="48556"/>
                    <a:pt x="5167" y="46522"/>
                    <a:pt x="3159" y="45505"/>
                  </a:cubicBezTo>
                  <a:cubicBezTo>
                    <a:pt x="3159" y="43604"/>
                    <a:pt x="2062" y="41731"/>
                    <a:pt x="376" y="40660"/>
                  </a:cubicBezTo>
                  <a:cubicBezTo>
                    <a:pt x="1901" y="39723"/>
                    <a:pt x="3293" y="37903"/>
                    <a:pt x="3186" y="35816"/>
                  </a:cubicBezTo>
                  <a:cubicBezTo>
                    <a:pt x="5167" y="34799"/>
                    <a:pt x="6398" y="32764"/>
                    <a:pt x="6398" y="30543"/>
                  </a:cubicBezTo>
                  <a:cubicBezTo>
                    <a:pt x="6398" y="28295"/>
                    <a:pt x="5167" y="26260"/>
                    <a:pt x="3159" y="25243"/>
                  </a:cubicBezTo>
                  <a:cubicBezTo>
                    <a:pt x="3079" y="23236"/>
                    <a:pt x="2035" y="21443"/>
                    <a:pt x="376" y="20399"/>
                  </a:cubicBezTo>
                  <a:cubicBezTo>
                    <a:pt x="2089" y="19328"/>
                    <a:pt x="3186" y="17401"/>
                    <a:pt x="3186" y="15554"/>
                  </a:cubicBezTo>
                  <a:cubicBezTo>
                    <a:pt x="5167" y="14537"/>
                    <a:pt x="6398" y="12503"/>
                    <a:pt x="6398" y="10255"/>
                  </a:cubicBezTo>
                  <a:cubicBezTo>
                    <a:pt x="6398" y="8033"/>
                    <a:pt x="5167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1981" y="1074"/>
                    <a:pt x="188" y="30"/>
                  </a:cubicBezTo>
                  <a:cubicBezTo>
                    <a:pt x="168" y="10"/>
                    <a:pt x="143" y="1"/>
                    <a:pt x="1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64"/>
            <p:cNvSpPr/>
            <p:nvPr/>
          </p:nvSpPr>
          <p:spPr>
            <a:xfrm>
              <a:off x="224725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9" y="1"/>
                  </a:moveTo>
                  <a:cubicBezTo>
                    <a:pt x="83" y="1"/>
                    <a:pt x="44" y="20"/>
                    <a:pt x="27" y="70"/>
                  </a:cubicBezTo>
                  <a:cubicBezTo>
                    <a:pt x="27" y="70"/>
                    <a:pt x="1" y="97"/>
                    <a:pt x="1" y="124"/>
                  </a:cubicBezTo>
                  <a:cubicBezTo>
                    <a:pt x="1" y="178"/>
                    <a:pt x="27" y="204"/>
                    <a:pt x="81" y="231"/>
                  </a:cubicBezTo>
                  <a:cubicBezTo>
                    <a:pt x="1821" y="1248"/>
                    <a:pt x="2972" y="3175"/>
                    <a:pt x="2918" y="5022"/>
                  </a:cubicBezTo>
                  <a:cubicBezTo>
                    <a:pt x="2945" y="5076"/>
                    <a:pt x="2945" y="5129"/>
                    <a:pt x="2998" y="5156"/>
                  </a:cubicBezTo>
                  <a:cubicBezTo>
                    <a:pt x="4952" y="6119"/>
                    <a:pt x="6157" y="8073"/>
                    <a:pt x="6157" y="10268"/>
                  </a:cubicBezTo>
                  <a:cubicBezTo>
                    <a:pt x="6157" y="12436"/>
                    <a:pt x="4952" y="14390"/>
                    <a:pt x="2998" y="15354"/>
                  </a:cubicBezTo>
                  <a:cubicBezTo>
                    <a:pt x="2945" y="15380"/>
                    <a:pt x="2918" y="15461"/>
                    <a:pt x="2918" y="15487"/>
                  </a:cubicBezTo>
                  <a:cubicBezTo>
                    <a:pt x="2998" y="17334"/>
                    <a:pt x="1848" y="19235"/>
                    <a:pt x="108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1" y="20412"/>
                    <a:pt x="27" y="20466"/>
                    <a:pt x="81" y="20493"/>
                  </a:cubicBezTo>
                  <a:cubicBezTo>
                    <a:pt x="1794" y="21510"/>
                    <a:pt x="2865" y="23303"/>
                    <a:pt x="2918" y="25310"/>
                  </a:cubicBezTo>
                  <a:cubicBezTo>
                    <a:pt x="2945" y="25364"/>
                    <a:pt x="2972" y="25391"/>
                    <a:pt x="2998" y="25417"/>
                  </a:cubicBezTo>
                  <a:cubicBezTo>
                    <a:pt x="4952" y="26381"/>
                    <a:pt x="6157" y="28362"/>
                    <a:pt x="6157" y="30530"/>
                  </a:cubicBezTo>
                  <a:cubicBezTo>
                    <a:pt x="6157" y="32698"/>
                    <a:pt x="4952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106" y="37837"/>
                    <a:pt x="1633" y="39630"/>
                    <a:pt x="108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1" y="40674"/>
                    <a:pt x="27" y="40727"/>
                    <a:pt x="81" y="40754"/>
                  </a:cubicBezTo>
                  <a:cubicBezTo>
                    <a:pt x="1821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52" y="46669"/>
                    <a:pt x="6157" y="48623"/>
                    <a:pt x="6157" y="50791"/>
                  </a:cubicBezTo>
                  <a:cubicBezTo>
                    <a:pt x="6157" y="52959"/>
                    <a:pt x="4952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91" y="57991"/>
                    <a:pt x="1821" y="59785"/>
                    <a:pt x="108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1" y="60935"/>
                    <a:pt x="27" y="60989"/>
                    <a:pt x="81" y="61016"/>
                  </a:cubicBezTo>
                  <a:cubicBezTo>
                    <a:pt x="1821" y="62033"/>
                    <a:pt x="2891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52" y="66931"/>
                    <a:pt x="6157" y="68885"/>
                    <a:pt x="6157" y="71053"/>
                  </a:cubicBezTo>
                  <a:cubicBezTo>
                    <a:pt x="6157" y="73221"/>
                    <a:pt x="4952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7" y="81117"/>
                    <a:pt x="1" y="81197"/>
                    <a:pt x="27" y="81251"/>
                  </a:cubicBezTo>
                  <a:cubicBezTo>
                    <a:pt x="67" y="81290"/>
                    <a:pt x="106" y="81315"/>
                    <a:pt x="156" y="81315"/>
                  </a:cubicBezTo>
                  <a:cubicBezTo>
                    <a:pt x="174" y="81315"/>
                    <a:pt x="193" y="81311"/>
                    <a:pt x="215" y="81304"/>
                  </a:cubicBezTo>
                  <a:cubicBezTo>
                    <a:pt x="2008" y="80260"/>
                    <a:pt x="3106" y="78413"/>
                    <a:pt x="3186" y="76352"/>
                  </a:cubicBezTo>
                  <a:cubicBezTo>
                    <a:pt x="5166" y="75309"/>
                    <a:pt x="6398" y="73301"/>
                    <a:pt x="6398" y="71053"/>
                  </a:cubicBezTo>
                  <a:cubicBezTo>
                    <a:pt x="6398" y="68805"/>
                    <a:pt x="5166" y="66797"/>
                    <a:pt x="3186" y="65753"/>
                  </a:cubicBezTo>
                  <a:cubicBezTo>
                    <a:pt x="3106" y="63773"/>
                    <a:pt x="2062" y="61979"/>
                    <a:pt x="375" y="60909"/>
                  </a:cubicBezTo>
                  <a:cubicBezTo>
                    <a:pt x="2062" y="59865"/>
                    <a:pt x="3106" y="58072"/>
                    <a:pt x="3186" y="56091"/>
                  </a:cubicBezTo>
                  <a:cubicBezTo>
                    <a:pt x="5166" y="55047"/>
                    <a:pt x="6398" y="53040"/>
                    <a:pt x="6398" y="50791"/>
                  </a:cubicBezTo>
                  <a:cubicBezTo>
                    <a:pt x="6398" y="48543"/>
                    <a:pt x="5166" y="46536"/>
                    <a:pt x="3186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320" y="37890"/>
                    <a:pt x="3186" y="35829"/>
                  </a:cubicBezTo>
                  <a:cubicBezTo>
                    <a:pt x="5166" y="34785"/>
                    <a:pt x="6398" y="32751"/>
                    <a:pt x="6398" y="30530"/>
                  </a:cubicBezTo>
                  <a:cubicBezTo>
                    <a:pt x="6398" y="28281"/>
                    <a:pt x="5166" y="26247"/>
                    <a:pt x="3186" y="25230"/>
                  </a:cubicBezTo>
                  <a:cubicBezTo>
                    <a:pt x="3079" y="23223"/>
                    <a:pt x="2062" y="21429"/>
                    <a:pt x="375" y="20386"/>
                  </a:cubicBezTo>
                  <a:cubicBezTo>
                    <a:pt x="2088" y="19315"/>
                    <a:pt x="3186" y="17441"/>
                    <a:pt x="3186" y="15595"/>
                  </a:cubicBezTo>
                  <a:cubicBezTo>
                    <a:pt x="3186" y="15595"/>
                    <a:pt x="3186" y="15568"/>
                    <a:pt x="3186" y="15541"/>
                  </a:cubicBezTo>
                  <a:cubicBezTo>
                    <a:pt x="5166" y="14524"/>
                    <a:pt x="6398" y="12490"/>
                    <a:pt x="6398" y="10268"/>
                  </a:cubicBezTo>
                  <a:cubicBezTo>
                    <a:pt x="6398" y="8020"/>
                    <a:pt x="5166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1981" y="1061"/>
                    <a:pt x="215" y="17"/>
                  </a:cubicBezTo>
                  <a:cubicBezTo>
                    <a:pt x="185" y="7"/>
                    <a:pt x="156" y="1"/>
                    <a:pt x="1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64"/>
            <p:cNvSpPr/>
            <p:nvPr/>
          </p:nvSpPr>
          <p:spPr>
            <a:xfrm>
              <a:off x="1914975" y="25935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51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27" y="225"/>
                    <a:pt x="81" y="225"/>
                  </a:cubicBezTo>
                  <a:cubicBezTo>
                    <a:pt x="1821" y="1243"/>
                    <a:pt x="2972" y="3170"/>
                    <a:pt x="2945" y="5043"/>
                  </a:cubicBezTo>
                  <a:cubicBezTo>
                    <a:pt x="2945" y="5070"/>
                    <a:pt x="2972" y="5124"/>
                    <a:pt x="2998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8" y="15375"/>
                  </a:cubicBezTo>
                  <a:cubicBezTo>
                    <a:pt x="2945" y="15402"/>
                    <a:pt x="2945" y="15428"/>
                    <a:pt x="2945" y="15482"/>
                  </a:cubicBezTo>
                  <a:cubicBezTo>
                    <a:pt x="2998" y="17355"/>
                    <a:pt x="1848" y="19256"/>
                    <a:pt x="108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1" y="20407"/>
                    <a:pt x="27" y="20460"/>
                    <a:pt x="81" y="20514"/>
                  </a:cubicBezTo>
                  <a:cubicBezTo>
                    <a:pt x="1794" y="21504"/>
                    <a:pt x="2865" y="23297"/>
                    <a:pt x="2945" y="25305"/>
                  </a:cubicBezTo>
                  <a:cubicBezTo>
                    <a:pt x="2945" y="25358"/>
                    <a:pt x="2972" y="25385"/>
                    <a:pt x="2998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8" y="35636"/>
                  </a:cubicBezTo>
                  <a:cubicBezTo>
                    <a:pt x="2945" y="35663"/>
                    <a:pt x="2918" y="35717"/>
                    <a:pt x="2945" y="35770"/>
                  </a:cubicBezTo>
                  <a:cubicBezTo>
                    <a:pt x="3106" y="37831"/>
                    <a:pt x="1633" y="39651"/>
                    <a:pt x="108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1" y="40668"/>
                    <a:pt x="27" y="40749"/>
                    <a:pt x="81" y="40775"/>
                  </a:cubicBezTo>
                  <a:cubicBezTo>
                    <a:pt x="1821" y="41766"/>
                    <a:pt x="2945" y="43639"/>
                    <a:pt x="2945" y="45540"/>
                  </a:cubicBezTo>
                  <a:cubicBezTo>
                    <a:pt x="2945" y="45540"/>
                    <a:pt x="2945" y="45566"/>
                    <a:pt x="2945" y="45566"/>
                  </a:cubicBezTo>
                  <a:cubicBezTo>
                    <a:pt x="2945" y="45620"/>
                    <a:pt x="2972" y="45674"/>
                    <a:pt x="2998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8" y="55898"/>
                  </a:cubicBezTo>
                  <a:cubicBezTo>
                    <a:pt x="2972" y="55925"/>
                    <a:pt x="2945" y="55952"/>
                    <a:pt x="2945" y="56005"/>
                  </a:cubicBezTo>
                  <a:cubicBezTo>
                    <a:pt x="2891" y="58012"/>
                    <a:pt x="1821" y="59806"/>
                    <a:pt x="108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1" y="60957"/>
                    <a:pt x="27" y="61010"/>
                    <a:pt x="81" y="61037"/>
                  </a:cubicBezTo>
                  <a:cubicBezTo>
                    <a:pt x="1821" y="62054"/>
                    <a:pt x="2891" y="63847"/>
                    <a:pt x="2945" y="65828"/>
                  </a:cubicBezTo>
                  <a:cubicBezTo>
                    <a:pt x="2945" y="65882"/>
                    <a:pt x="2972" y="65935"/>
                    <a:pt x="2998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8" y="76160"/>
                  </a:cubicBezTo>
                  <a:cubicBezTo>
                    <a:pt x="2972" y="76186"/>
                    <a:pt x="2945" y="76240"/>
                    <a:pt x="2945" y="76267"/>
                  </a:cubicBezTo>
                  <a:cubicBezTo>
                    <a:pt x="2891" y="78274"/>
                    <a:pt x="1821" y="80067"/>
                    <a:pt x="81" y="81084"/>
                  </a:cubicBezTo>
                  <a:cubicBezTo>
                    <a:pt x="27" y="81111"/>
                    <a:pt x="1" y="81191"/>
                    <a:pt x="27" y="81245"/>
                  </a:cubicBezTo>
                  <a:cubicBezTo>
                    <a:pt x="61" y="81296"/>
                    <a:pt x="106" y="81315"/>
                    <a:pt x="148" y="81315"/>
                  </a:cubicBezTo>
                  <a:cubicBezTo>
                    <a:pt x="172" y="81315"/>
                    <a:pt x="195" y="81308"/>
                    <a:pt x="215" y="81299"/>
                  </a:cubicBezTo>
                  <a:cubicBezTo>
                    <a:pt x="2008" y="80255"/>
                    <a:pt x="3106" y="78408"/>
                    <a:pt x="3186" y="76347"/>
                  </a:cubicBezTo>
                  <a:cubicBezTo>
                    <a:pt x="5166" y="75330"/>
                    <a:pt x="6424" y="73296"/>
                    <a:pt x="6424" y="71047"/>
                  </a:cubicBezTo>
                  <a:cubicBezTo>
                    <a:pt x="6424" y="68826"/>
                    <a:pt x="5166" y="66792"/>
                    <a:pt x="3186" y="65748"/>
                  </a:cubicBezTo>
                  <a:cubicBezTo>
                    <a:pt x="3106" y="63767"/>
                    <a:pt x="2062" y="61974"/>
                    <a:pt x="375" y="60930"/>
                  </a:cubicBezTo>
                  <a:cubicBezTo>
                    <a:pt x="2062" y="59859"/>
                    <a:pt x="3106" y="58093"/>
                    <a:pt x="3186" y="56085"/>
                  </a:cubicBezTo>
                  <a:cubicBezTo>
                    <a:pt x="5166" y="55068"/>
                    <a:pt x="6424" y="53034"/>
                    <a:pt x="6424" y="50786"/>
                  </a:cubicBezTo>
                  <a:cubicBezTo>
                    <a:pt x="6424" y="48537"/>
                    <a:pt x="5166" y="46530"/>
                    <a:pt x="3186" y="45486"/>
                  </a:cubicBezTo>
                  <a:cubicBezTo>
                    <a:pt x="3159" y="43586"/>
                    <a:pt x="2088" y="41739"/>
                    <a:pt x="375" y="40668"/>
                  </a:cubicBezTo>
                  <a:cubicBezTo>
                    <a:pt x="1901" y="39705"/>
                    <a:pt x="3320" y="37885"/>
                    <a:pt x="3186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66" y="26268"/>
                    <a:pt x="3186" y="25225"/>
                  </a:cubicBezTo>
                  <a:cubicBezTo>
                    <a:pt x="3106" y="23244"/>
                    <a:pt x="2062" y="21451"/>
                    <a:pt x="375" y="20407"/>
                  </a:cubicBezTo>
                  <a:cubicBezTo>
                    <a:pt x="2088" y="19336"/>
                    <a:pt x="3186" y="17436"/>
                    <a:pt x="3186" y="15616"/>
                  </a:cubicBezTo>
                  <a:cubicBezTo>
                    <a:pt x="3186" y="15589"/>
                    <a:pt x="3186" y="15562"/>
                    <a:pt x="3186" y="15562"/>
                  </a:cubicBezTo>
                  <a:cubicBezTo>
                    <a:pt x="5166" y="14518"/>
                    <a:pt x="6424" y="12511"/>
                    <a:pt x="6424" y="10263"/>
                  </a:cubicBezTo>
                  <a:cubicBezTo>
                    <a:pt x="6424" y="8014"/>
                    <a:pt x="5166" y="6007"/>
                    <a:pt x="3186" y="4963"/>
                  </a:cubicBezTo>
                  <a:cubicBezTo>
                    <a:pt x="3186" y="3036"/>
                    <a:pt x="2008" y="1055"/>
                    <a:pt x="215" y="11"/>
                  </a:cubicBezTo>
                  <a:cubicBezTo>
                    <a:pt x="193" y="4"/>
                    <a:pt x="172" y="1"/>
                    <a:pt x="1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64"/>
            <p:cNvSpPr/>
            <p:nvPr/>
          </p:nvSpPr>
          <p:spPr>
            <a:xfrm>
              <a:off x="1761075" y="2845375"/>
              <a:ext cx="160625" cy="2032675"/>
            </a:xfrm>
            <a:custGeom>
              <a:avLst/>
              <a:gdLst/>
              <a:ahLst/>
              <a:cxnLst/>
              <a:rect l="l" t="t" r="r" b="b"/>
              <a:pathLst>
                <a:path w="6425" h="81307" extrusionOk="0">
                  <a:moveTo>
                    <a:pt x="146" y="1"/>
                  </a:moveTo>
                  <a:cubicBezTo>
                    <a:pt x="108" y="1"/>
                    <a:pt x="71" y="24"/>
                    <a:pt x="54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1" y="244"/>
                  </a:cubicBezTo>
                  <a:cubicBezTo>
                    <a:pt x="1821" y="1234"/>
                    <a:pt x="2972" y="3162"/>
                    <a:pt x="2945" y="5035"/>
                  </a:cubicBezTo>
                  <a:cubicBezTo>
                    <a:pt x="2945" y="5089"/>
                    <a:pt x="2972" y="5142"/>
                    <a:pt x="2998" y="5142"/>
                  </a:cubicBezTo>
                  <a:cubicBezTo>
                    <a:pt x="4952" y="6133"/>
                    <a:pt x="6183" y="8086"/>
                    <a:pt x="6183" y="10254"/>
                  </a:cubicBezTo>
                  <a:cubicBezTo>
                    <a:pt x="6183" y="12422"/>
                    <a:pt x="4952" y="14376"/>
                    <a:pt x="2998" y="15367"/>
                  </a:cubicBezTo>
                  <a:cubicBezTo>
                    <a:pt x="2972" y="15393"/>
                    <a:pt x="2945" y="15447"/>
                    <a:pt x="2945" y="15474"/>
                  </a:cubicBezTo>
                  <a:cubicBezTo>
                    <a:pt x="2998" y="17321"/>
                    <a:pt x="1847" y="19248"/>
                    <a:pt x="108" y="20265"/>
                  </a:cubicBezTo>
                  <a:cubicBezTo>
                    <a:pt x="81" y="20292"/>
                    <a:pt x="27" y="20318"/>
                    <a:pt x="27" y="20345"/>
                  </a:cubicBezTo>
                  <a:cubicBezTo>
                    <a:pt x="27" y="20425"/>
                    <a:pt x="27" y="20479"/>
                    <a:pt x="81" y="20506"/>
                  </a:cubicBezTo>
                  <a:cubicBezTo>
                    <a:pt x="1821" y="21496"/>
                    <a:pt x="2891" y="23289"/>
                    <a:pt x="2945" y="25297"/>
                  </a:cubicBezTo>
                  <a:cubicBezTo>
                    <a:pt x="2945" y="25350"/>
                    <a:pt x="2972" y="25404"/>
                    <a:pt x="2998" y="25404"/>
                  </a:cubicBezTo>
                  <a:cubicBezTo>
                    <a:pt x="4952" y="26394"/>
                    <a:pt x="6183" y="28348"/>
                    <a:pt x="6183" y="30516"/>
                  </a:cubicBezTo>
                  <a:cubicBezTo>
                    <a:pt x="6183" y="32684"/>
                    <a:pt x="4952" y="34665"/>
                    <a:pt x="2998" y="35628"/>
                  </a:cubicBezTo>
                  <a:cubicBezTo>
                    <a:pt x="2972" y="35655"/>
                    <a:pt x="2945" y="35709"/>
                    <a:pt x="2945" y="35762"/>
                  </a:cubicBezTo>
                  <a:cubicBezTo>
                    <a:pt x="3105" y="37823"/>
                    <a:pt x="1633" y="39643"/>
                    <a:pt x="108" y="40526"/>
                  </a:cubicBezTo>
                  <a:cubicBezTo>
                    <a:pt x="81" y="40553"/>
                    <a:pt x="27" y="40580"/>
                    <a:pt x="27" y="40633"/>
                  </a:cubicBezTo>
                  <a:cubicBezTo>
                    <a:pt x="27" y="40687"/>
                    <a:pt x="27" y="40741"/>
                    <a:pt x="81" y="40767"/>
                  </a:cubicBezTo>
                  <a:cubicBezTo>
                    <a:pt x="1821" y="41784"/>
                    <a:pt x="2945" y="43631"/>
                    <a:pt x="2945" y="45532"/>
                  </a:cubicBezTo>
                  <a:lnTo>
                    <a:pt x="2945" y="45558"/>
                  </a:ln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83" y="48610"/>
                    <a:pt x="6183" y="50778"/>
                  </a:cubicBezTo>
                  <a:cubicBezTo>
                    <a:pt x="6183" y="52972"/>
                    <a:pt x="4952" y="54926"/>
                    <a:pt x="2998" y="55890"/>
                  </a:cubicBezTo>
                  <a:cubicBezTo>
                    <a:pt x="2972" y="55917"/>
                    <a:pt x="2945" y="55970"/>
                    <a:pt x="2945" y="55997"/>
                  </a:cubicBezTo>
                  <a:cubicBezTo>
                    <a:pt x="2891" y="58004"/>
                    <a:pt x="1847" y="59798"/>
                    <a:pt x="108" y="60815"/>
                  </a:cubicBezTo>
                  <a:cubicBezTo>
                    <a:pt x="81" y="60815"/>
                    <a:pt x="27" y="60841"/>
                    <a:pt x="27" y="60895"/>
                  </a:cubicBezTo>
                  <a:cubicBezTo>
                    <a:pt x="27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873"/>
                    <a:pt x="2972" y="65927"/>
                    <a:pt x="2998" y="65954"/>
                  </a:cubicBezTo>
                  <a:cubicBezTo>
                    <a:pt x="4952" y="66917"/>
                    <a:pt x="6183" y="68871"/>
                    <a:pt x="6183" y="71066"/>
                  </a:cubicBezTo>
                  <a:cubicBezTo>
                    <a:pt x="6183" y="73234"/>
                    <a:pt x="4952" y="75188"/>
                    <a:pt x="2998" y="76151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7" y="81103"/>
                    <a:pt x="1" y="81183"/>
                    <a:pt x="54" y="81237"/>
                  </a:cubicBezTo>
                  <a:cubicBezTo>
                    <a:pt x="71" y="81288"/>
                    <a:pt x="110" y="81306"/>
                    <a:pt x="149" y="81306"/>
                  </a:cubicBezTo>
                  <a:cubicBezTo>
                    <a:pt x="172" y="81306"/>
                    <a:pt x="195" y="81300"/>
                    <a:pt x="215" y="81290"/>
                  </a:cubicBezTo>
                  <a:cubicBezTo>
                    <a:pt x="2008" y="80247"/>
                    <a:pt x="3105" y="78400"/>
                    <a:pt x="3186" y="76366"/>
                  </a:cubicBezTo>
                  <a:cubicBezTo>
                    <a:pt x="5193" y="75322"/>
                    <a:pt x="6424" y="73288"/>
                    <a:pt x="6424" y="71066"/>
                  </a:cubicBezTo>
                  <a:cubicBezTo>
                    <a:pt x="6424" y="68818"/>
                    <a:pt x="5193" y="66783"/>
                    <a:pt x="3186" y="65766"/>
                  </a:cubicBezTo>
                  <a:cubicBezTo>
                    <a:pt x="3132" y="63759"/>
                    <a:pt x="2088" y="61992"/>
                    <a:pt x="402" y="60922"/>
                  </a:cubicBezTo>
                  <a:cubicBezTo>
                    <a:pt x="2088" y="59878"/>
                    <a:pt x="3132" y="58085"/>
                    <a:pt x="3186" y="56077"/>
                  </a:cubicBezTo>
                  <a:cubicBezTo>
                    <a:pt x="5193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6" y="45505"/>
                  </a:cubicBezTo>
                  <a:cubicBezTo>
                    <a:pt x="3186" y="43604"/>
                    <a:pt x="2088" y="41731"/>
                    <a:pt x="402" y="40660"/>
                  </a:cubicBezTo>
                  <a:cubicBezTo>
                    <a:pt x="1901" y="39697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93" y="26260"/>
                    <a:pt x="3186" y="25216"/>
                  </a:cubicBezTo>
                  <a:cubicBezTo>
                    <a:pt x="3105" y="23236"/>
                    <a:pt x="2062" y="21442"/>
                    <a:pt x="402" y="20399"/>
                  </a:cubicBezTo>
                  <a:cubicBezTo>
                    <a:pt x="2115" y="19328"/>
                    <a:pt x="3212" y="17401"/>
                    <a:pt x="3186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6" y="4955"/>
                  </a:cubicBezTo>
                  <a:cubicBezTo>
                    <a:pt x="3186" y="3028"/>
                    <a:pt x="2008" y="1047"/>
                    <a:pt x="215" y="30"/>
                  </a:cubicBezTo>
                  <a:cubicBezTo>
                    <a:pt x="194" y="10"/>
                    <a:pt x="170" y="1"/>
                    <a:pt x="1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64"/>
            <p:cNvSpPr/>
            <p:nvPr/>
          </p:nvSpPr>
          <p:spPr>
            <a:xfrm>
              <a:off x="1607850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0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0" y="92"/>
                    <a:pt x="0" y="118"/>
                    <a:pt x="0" y="118"/>
                  </a:cubicBezTo>
                  <a:cubicBezTo>
                    <a:pt x="0" y="172"/>
                    <a:pt x="27" y="225"/>
                    <a:pt x="81" y="225"/>
                  </a:cubicBezTo>
                  <a:cubicBezTo>
                    <a:pt x="1820" y="1243"/>
                    <a:pt x="2944" y="3170"/>
                    <a:pt x="2918" y="5043"/>
                  </a:cubicBezTo>
                  <a:cubicBezTo>
                    <a:pt x="2918" y="5070"/>
                    <a:pt x="2944" y="5124"/>
                    <a:pt x="2998" y="5150"/>
                  </a:cubicBezTo>
                  <a:cubicBezTo>
                    <a:pt x="4952" y="6141"/>
                    <a:pt x="6156" y="8095"/>
                    <a:pt x="6156" y="10263"/>
                  </a:cubicBezTo>
                  <a:cubicBezTo>
                    <a:pt x="6156" y="12431"/>
                    <a:pt x="4952" y="14384"/>
                    <a:pt x="2998" y="15375"/>
                  </a:cubicBezTo>
                  <a:cubicBezTo>
                    <a:pt x="2944" y="15402"/>
                    <a:pt x="2918" y="15428"/>
                    <a:pt x="2918" y="15482"/>
                  </a:cubicBezTo>
                  <a:cubicBezTo>
                    <a:pt x="2971" y="17329"/>
                    <a:pt x="1847" y="19256"/>
                    <a:pt x="81" y="20273"/>
                  </a:cubicBezTo>
                  <a:cubicBezTo>
                    <a:pt x="54" y="20300"/>
                    <a:pt x="27" y="20326"/>
                    <a:pt x="0" y="20353"/>
                  </a:cubicBezTo>
                  <a:cubicBezTo>
                    <a:pt x="0" y="20407"/>
                    <a:pt x="27" y="20460"/>
                    <a:pt x="81" y="20514"/>
                  </a:cubicBezTo>
                  <a:cubicBezTo>
                    <a:pt x="1794" y="21504"/>
                    <a:pt x="2864" y="23297"/>
                    <a:pt x="2918" y="25305"/>
                  </a:cubicBezTo>
                  <a:cubicBezTo>
                    <a:pt x="2918" y="25358"/>
                    <a:pt x="2944" y="25385"/>
                    <a:pt x="2998" y="25412"/>
                  </a:cubicBezTo>
                  <a:cubicBezTo>
                    <a:pt x="4952" y="26402"/>
                    <a:pt x="6156" y="28356"/>
                    <a:pt x="6156" y="30524"/>
                  </a:cubicBezTo>
                  <a:cubicBezTo>
                    <a:pt x="6156" y="32692"/>
                    <a:pt x="4952" y="34646"/>
                    <a:pt x="2998" y="35636"/>
                  </a:cubicBezTo>
                  <a:cubicBezTo>
                    <a:pt x="2944" y="35663"/>
                    <a:pt x="2918" y="35717"/>
                    <a:pt x="2918" y="35770"/>
                  </a:cubicBezTo>
                  <a:cubicBezTo>
                    <a:pt x="3078" y="37831"/>
                    <a:pt x="1633" y="39651"/>
                    <a:pt x="81" y="40535"/>
                  </a:cubicBezTo>
                  <a:cubicBezTo>
                    <a:pt x="54" y="40561"/>
                    <a:pt x="27" y="40588"/>
                    <a:pt x="0" y="40615"/>
                  </a:cubicBezTo>
                  <a:cubicBezTo>
                    <a:pt x="0" y="40668"/>
                    <a:pt x="27" y="40749"/>
                    <a:pt x="81" y="40775"/>
                  </a:cubicBezTo>
                  <a:cubicBezTo>
                    <a:pt x="1820" y="41766"/>
                    <a:pt x="2918" y="43639"/>
                    <a:pt x="2918" y="45540"/>
                  </a:cubicBezTo>
                  <a:cubicBezTo>
                    <a:pt x="2918" y="45540"/>
                    <a:pt x="2918" y="45566"/>
                    <a:pt x="2918" y="45566"/>
                  </a:cubicBezTo>
                  <a:cubicBezTo>
                    <a:pt x="2918" y="45620"/>
                    <a:pt x="2944" y="45674"/>
                    <a:pt x="2998" y="45674"/>
                  </a:cubicBezTo>
                  <a:cubicBezTo>
                    <a:pt x="4952" y="46664"/>
                    <a:pt x="6156" y="48618"/>
                    <a:pt x="6156" y="50786"/>
                  </a:cubicBezTo>
                  <a:cubicBezTo>
                    <a:pt x="6156" y="52954"/>
                    <a:pt x="4952" y="54934"/>
                    <a:pt x="2998" y="55898"/>
                  </a:cubicBezTo>
                  <a:cubicBezTo>
                    <a:pt x="2944" y="55925"/>
                    <a:pt x="2918" y="55952"/>
                    <a:pt x="2918" y="56005"/>
                  </a:cubicBezTo>
                  <a:cubicBezTo>
                    <a:pt x="2864" y="58012"/>
                    <a:pt x="1820" y="59806"/>
                    <a:pt x="81" y="60796"/>
                  </a:cubicBezTo>
                  <a:cubicBezTo>
                    <a:pt x="54" y="60823"/>
                    <a:pt x="27" y="60850"/>
                    <a:pt x="0" y="60903"/>
                  </a:cubicBezTo>
                  <a:cubicBezTo>
                    <a:pt x="0" y="60957"/>
                    <a:pt x="27" y="61010"/>
                    <a:pt x="81" y="61037"/>
                  </a:cubicBezTo>
                  <a:cubicBezTo>
                    <a:pt x="1820" y="62054"/>
                    <a:pt x="2864" y="63847"/>
                    <a:pt x="2918" y="65828"/>
                  </a:cubicBezTo>
                  <a:cubicBezTo>
                    <a:pt x="2918" y="65882"/>
                    <a:pt x="2944" y="65935"/>
                    <a:pt x="2998" y="65962"/>
                  </a:cubicBezTo>
                  <a:cubicBezTo>
                    <a:pt x="4952" y="66925"/>
                    <a:pt x="6156" y="68879"/>
                    <a:pt x="6156" y="71047"/>
                  </a:cubicBezTo>
                  <a:cubicBezTo>
                    <a:pt x="6156" y="73242"/>
                    <a:pt x="4952" y="75196"/>
                    <a:pt x="2998" y="76160"/>
                  </a:cubicBezTo>
                  <a:cubicBezTo>
                    <a:pt x="2944" y="76186"/>
                    <a:pt x="2918" y="76240"/>
                    <a:pt x="2918" y="76267"/>
                  </a:cubicBezTo>
                  <a:cubicBezTo>
                    <a:pt x="2864" y="78274"/>
                    <a:pt x="1820" y="80067"/>
                    <a:pt x="81" y="81084"/>
                  </a:cubicBezTo>
                  <a:cubicBezTo>
                    <a:pt x="27" y="81111"/>
                    <a:pt x="0" y="81191"/>
                    <a:pt x="27" y="81245"/>
                  </a:cubicBezTo>
                  <a:cubicBezTo>
                    <a:pt x="44" y="81296"/>
                    <a:pt x="82" y="81315"/>
                    <a:pt x="122" y="81315"/>
                  </a:cubicBezTo>
                  <a:cubicBezTo>
                    <a:pt x="145" y="81315"/>
                    <a:pt x="168" y="81308"/>
                    <a:pt x="188" y="81299"/>
                  </a:cubicBezTo>
                  <a:cubicBezTo>
                    <a:pt x="1981" y="80255"/>
                    <a:pt x="3105" y="78408"/>
                    <a:pt x="3185" y="76347"/>
                  </a:cubicBezTo>
                  <a:cubicBezTo>
                    <a:pt x="5166" y="75330"/>
                    <a:pt x="6397" y="73296"/>
                    <a:pt x="6397" y="71047"/>
                  </a:cubicBezTo>
                  <a:cubicBezTo>
                    <a:pt x="6397" y="68826"/>
                    <a:pt x="5166" y="66792"/>
                    <a:pt x="3185" y="65748"/>
                  </a:cubicBezTo>
                  <a:cubicBezTo>
                    <a:pt x="3105" y="63767"/>
                    <a:pt x="2061" y="61974"/>
                    <a:pt x="375" y="60930"/>
                  </a:cubicBezTo>
                  <a:cubicBezTo>
                    <a:pt x="2061" y="59859"/>
                    <a:pt x="3105" y="58093"/>
                    <a:pt x="3185" y="56085"/>
                  </a:cubicBezTo>
                  <a:cubicBezTo>
                    <a:pt x="5166" y="55068"/>
                    <a:pt x="6397" y="53034"/>
                    <a:pt x="6397" y="50786"/>
                  </a:cubicBezTo>
                  <a:cubicBezTo>
                    <a:pt x="6397" y="48537"/>
                    <a:pt x="5166" y="46530"/>
                    <a:pt x="3185" y="45486"/>
                  </a:cubicBezTo>
                  <a:cubicBezTo>
                    <a:pt x="3159" y="43586"/>
                    <a:pt x="2061" y="41739"/>
                    <a:pt x="375" y="40668"/>
                  </a:cubicBezTo>
                  <a:cubicBezTo>
                    <a:pt x="1901" y="39705"/>
                    <a:pt x="3292" y="37885"/>
                    <a:pt x="3185" y="35824"/>
                  </a:cubicBezTo>
                  <a:cubicBezTo>
                    <a:pt x="5166" y="34780"/>
                    <a:pt x="6397" y="32772"/>
                    <a:pt x="6397" y="30524"/>
                  </a:cubicBezTo>
                  <a:cubicBezTo>
                    <a:pt x="6397" y="28276"/>
                    <a:pt x="5166" y="26268"/>
                    <a:pt x="3185" y="25225"/>
                  </a:cubicBezTo>
                  <a:cubicBezTo>
                    <a:pt x="3078" y="23244"/>
                    <a:pt x="2061" y="21451"/>
                    <a:pt x="375" y="20407"/>
                  </a:cubicBezTo>
                  <a:cubicBezTo>
                    <a:pt x="2061" y="19336"/>
                    <a:pt x="3185" y="17436"/>
                    <a:pt x="3185" y="15616"/>
                  </a:cubicBezTo>
                  <a:cubicBezTo>
                    <a:pt x="3185" y="15589"/>
                    <a:pt x="3185" y="15562"/>
                    <a:pt x="3185" y="15562"/>
                  </a:cubicBezTo>
                  <a:cubicBezTo>
                    <a:pt x="5166" y="14518"/>
                    <a:pt x="6397" y="12511"/>
                    <a:pt x="6397" y="10263"/>
                  </a:cubicBezTo>
                  <a:cubicBezTo>
                    <a:pt x="6397" y="8014"/>
                    <a:pt x="5166" y="6007"/>
                    <a:pt x="3185" y="4963"/>
                  </a:cubicBezTo>
                  <a:cubicBezTo>
                    <a:pt x="3185" y="3036"/>
                    <a:pt x="1981" y="1055"/>
                    <a:pt x="188" y="11"/>
                  </a:cubicBezTo>
                  <a:cubicBezTo>
                    <a:pt x="173" y="4"/>
                    <a:pt x="157" y="1"/>
                    <a:pt x="1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64"/>
            <p:cNvSpPr/>
            <p:nvPr/>
          </p:nvSpPr>
          <p:spPr>
            <a:xfrm>
              <a:off x="1453950" y="2845375"/>
              <a:ext cx="160600" cy="2032675"/>
            </a:xfrm>
            <a:custGeom>
              <a:avLst/>
              <a:gdLst/>
              <a:ahLst/>
              <a:cxnLst/>
              <a:rect l="l" t="t" r="r" b="b"/>
              <a:pathLst>
                <a:path w="6424" h="81307" extrusionOk="0">
                  <a:moveTo>
                    <a:pt x="133" y="1"/>
                  </a:moveTo>
                  <a:cubicBezTo>
                    <a:pt x="93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27" y="217"/>
                    <a:pt x="80" y="244"/>
                  </a:cubicBezTo>
                  <a:cubicBezTo>
                    <a:pt x="1820" y="1234"/>
                    <a:pt x="2971" y="3188"/>
                    <a:pt x="2944" y="5035"/>
                  </a:cubicBezTo>
                  <a:cubicBezTo>
                    <a:pt x="2944" y="5089"/>
                    <a:pt x="2971" y="5142"/>
                    <a:pt x="2998" y="5142"/>
                  </a:cubicBezTo>
                  <a:cubicBezTo>
                    <a:pt x="4952" y="6133"/>
                    <a:pt x="6156" y="8086"/>
                    <a:pt x="6156" y="10254"/>
                  </a:cubicBezTo>
                  <a:cubicBezTo>
                    <a:pt x="6156" y="12422"/>
                    <a:pt x="4952" y="14376"/>
                    <a:pt x="2998" y="15367"/>
                  </a:cubicBezTo>
                  <a:cubicBezTo>
                    <a:pt x="2971" y="15393"/>
                    <a:pt x="2944" y="15420"/>
                    <a:pt x="2944" y="15474"/>
                  </a:cubicBezTo>
                  <a:cubicBezTo>
                    <a:pt x="2998" y="17347"/>
                    <a:pt x="1847" y="19248"/>
                    <a:pt x="107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0" y="20425"/>
                    <a:pt x="27" y="20479"/>
                    <a:pt x="80" y="20506"/>
                  </a:cubicBezTo>
                  <a:cubicBezTo>
                    <a:pt x="1793" y="21496"/>
                    <a:pt x="2864" y="23289"/>
                    <a:pt x="2944" y="25297"/>
                  </a:cubicBezTo>
                  <a:cubicBezTo>
                    <a:pt x="2944" y="25350"/>
                    <a:pt x="2971" y="25404"/>
                    <a:pt x="2998" y="25404"/>
                  </a:cubicBezTo>
                  <a:cubicBezTo>
                    <a:pt x="4952" y="26394"/>
                    <a:pt x="6156" y="28348"/>
                    <a:pt x="6156" y="30516"/>
                  </a:cubicBezTo>
                  <a:cubicBezTo>
                    <a:pt x="6156" y="32684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44" y="35762"/>
                  </a:cubicBezTo>
                  <a:cubicBezTo>
                    <a:pt x="3105" y="37823"/>
                    <a:pt x="1633" y="39643"/>
                    <a:pt x="107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0" y="40767"/>
                  </a:cubicBezTo>
                  <a:cubicBezTo>
                    <a:pt x="1820" y="41784"/>
                    <a:pt x="2944" y="43631"/>
                    <a:pt x="2944" y="45532"/>
                  </a:cubicBezTo>
                  <a:cubicBezTo>
                    <a:pt x="2944" y="45558"/>
                    <a:pt x="2944" y="45558"/>
                    <a:pt x="2944" y="45558"/>
                  </a:cubicBezTo>
                  <a:cubicBezTo>
                    <a:pt x="2918" y="45612"/>
                    <a:pt x="2971" y="45665"/>
                    <a:pt x="2998" y="45692"/>
                  </a:cubicBezTo>
                  <a:cubicBezTo>
                    <a:pt x="4952" y="46656"/>
                    <a:pt x="6156" y="48610"/>
                    <a:pt x="6156" y="50778"/>
                  </a:cubicBezTo>
                  <a:cubicBezTo>
                    <a:pt x="6156" y="52972"/>
                    <a:pt x="4952" y="54926"/>
                    <a:pt x="2998" y="55890"/>
                  </a:cubicBezTo>
                  <a:cubicBezTo>
                    <a:pt x="2971" y="55917"/>
                    <a:pt x="2944" y="55970"/>
                    <a:pt x="2944" y="55997"/>
                  </a:cubicBezTo>
                  <a:cubicBezTo>
                    <a:pt x="2891" y="58004"/>
                    <a:pt x="1820" y="59798"/>
                    <a:pt x="107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0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873"/>
                    <a:pt x="2971" y="65927"/>
                    <a:pt x="2998" y="65954"/>
                  </a:cubicBezTo>
                  <a:cubicBezTo>
                    <a:pt x="4952" y="66917"/>
                    <a:pt x="6156" y="68871"/>
                    <a:pt x="6156" y="71066"/>
                  </a:cubicBezTo>
                  <a:cubicBezTo>
                    <a:pt x="6156" y="73234"/>
                    <a:pt x="4952" y="75188"/>
                    <a:pt x="2998" y="76151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59"/>
                    <a:pt x="80" y="81076"/>
                  </a:cubicBezTo>
                  <a:cubicBezTo>
                    <a:pt x="27" y="81103"/>
                    <a:pt x="0" y="81183"/>
                    <a:pt x="27" y="81237"/>
                  </a:cubicBezTo>
                  <a:cubicBezTo>
                    <a:pt x="61" y="81288"/>
                    <a:pt x="106" y="81306"/>
                    <a:pt x="147" y="81306"/>
                  </a:cubicBezTo>
                  <a:cubicBezTo>
                    <a:pt x="172" y="81306"/>
                    <a:pt x="195" y="81300"/>
                    <a:pt x="214" y="81290"/>
                  </a:cubicBezTo>
                  <a:cubicBezTo>
                    <a:pt x="2008" y="80247"/>
                    <a:pt x="3105" y="78400"/>
                    <a:pt x="3185" y="76366"/>
                  </a:cubicBezTo>
                  <a:cubicBezTo>
                    <a:pt x="5166" y="75322"/>
                    <a:pt x="6424" y="73288"/>
                    <a:pt x="6424" y="71066"/>
                  </a:cubicBezTo>
                  <a:cubicBezTo>
                    <a:pt x="6424" y="68818"/>
                    <a:pt x="5166" y="66783"/>
                    <a:pt x="3185" y="65766"/>
                  </a:cubicBezTo>
                  <a:cubicBezTo>
                    <a:pt x="3105" y="63759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077"/>
                  </a:cubicBezTo>
                  <a:cubicBezTo>
                    <a:pt x="5166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319" y="37877"/>
                    <a:pt x="3185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66" y="26260"/>
                    <a:pt x="3185" y="25216"/>
                  </a:cubicBezTo>
                  <a:cubicBezTo>
                    <a:pt x="3105" y="23236"/>
                    <a:pt x="2061" y="21442"/>
                    <a:pt x="375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581"/>
                    <a:pt x="3185" y="15581"/>
                    <a:pt x="3185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5" y="4955"/>
                  </a:cubicBezTo>
                  <a:cubicBezTo>
                    <a:pt x="3185" y="3028"/>
                    <a:pt x="2008" y="1047"/>
                    <a:pt x="214" y="30"/>
                  </a:cubicBezTo>
                  <a:cubicBezTo>
                    <a:pt x="184" y="10"/>
                    <a:pt x="157" y="1"/>
                    <a:pt x="1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64"/>
            <p:cNvSpPr/>
            <p:nvPr/>
          </p:nvSpPr>
          <p:spPr>
            <a:xfrm>
              <a:off x="1300050" y="25935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67" y="1"/>
                  </a:moveTo>
                  <a:cubicBezTo>
                    <a:pt x="121" y="1"/>
                    <a:pt x="73" y="26"/>
                    <a:pt x="54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54" y="225"/>
                    <a:pt x="80" y="225"/>
                  </a:cubicBezTo>
                  <a:cubicBezTo>
                    <a:pt x="1820" y="1243"/>
                    <a:pt x="2971" y="3170"/>
                    <a:pt x="2944" y="5043"/>
                  </a:cubicBezTo>
                  <a:cubicBezTo>
                    <a:pt x="2944" y="5070"/>
                    <a:pt x="2971" y="5124"/>
                    <a:pt x="3025" y="5150"/>
                  </a:cubicBezTo>
                  <a:cubicBezTo>
                    <a:pt x="4952" y="6141"/>
                    <a:pt x="6183" y="8095"/>
                    <a:pt x="6183" y="10263"/>
                  </a:cubicBezTo>
                  <a:cubicBezTo>
                    <a:pt x="6183" y="12431"/>
                    <a:pt x="4952" y="14384"/>
                    <a:pt x="3025" y="15375"/>
                  </a:cubicBezTo>
                  <a:cubicBezTo>
                    <a:pt x="2971" y="15402"/>
                    <a:pt x="2944" y="15428"/>
                    <a:pt x="2944" y="15482"/>
                  </a:cubicBezTo>
                  <a:cubicBezTo>
                    <a:pt x="2998" y="17355"/>
                    <a:pt x="1847" y="19256"/>
                    <a:pt x="107" y="20273"/>
                  </a:cubicBezTo>
                  <a:cubicBezTo>
                    <a:pt x="80" y="20300"/>
                    <a:pt x="54" y="20326"/>
                    <a:pt x="27" y="20353"/>
                  </a:cubicBezTo>
                  <a:cubicBezTo>
                    <a:pt x="27" y="20407"/>
                    <a:pt x="27" y="20460"/>
                    <a:pt x="80" y="20514"/>
                  </a:cubicBezTo>
                  <a:cubicBezTo>
                    <a:pt x="1820" y="21504"/>
                    <a:pt x="2891" y="23297"/>
                    <a:pt x="2944" y="25305"/>
                  </a:cubicBezTo>
                  <a:cubicBezTo>
                    <a:pt x="2944" y="25358"/>
                    <a:pt x="2971" y="25385"/>
                    <a:pt x="3025" y="25412"/>
                  </a:cubicBezTo>
                  <a:cubicBezTo>
                    <a:pt x="4952" y="26402"/>
                    <a:pt x="6183" y="28356"/>
                    <a:pt x="6183" y="30524"/>
                  </a:cubicBezTo>
                  <a:cubicBezTo>
                    <a:pt x="6183" y="32692"/>
                    <a:pt x="4952" y="34646"/>
                    <a:pt x="3025" y="35636"/>
                  </a:cubicBezTo>
                  <a:cubicBezTo>
                    <a:pt x="2971" y="35663"/>
                    <a:pt x="2944" y="35717"/>
                    <a:pt x="2944" y="35770"/>
                  </a:cubicBezTo>
                  <a:cubicBezTo>
                    <a:pt x="3105" y="37831"/>
                    <a:pt x="1633" y="39651"/>
                    <a:pt x="107" y="40535"/>
                  </a:cubicBezTo>
                  <a:cubicBezTo>
                    <a:pt x="80" y="40561"/>
                    <a:pt x="54" y="40588"/>
                    <a:pt x="27" y="40615"/>
                  </a:cubicBezTo>
                  <a:cubicBezTo>
                    <a:pt x="27" y="40668"/>
                    <a:pt x="27" y="40749"/>
                    <a:pt x="80" y="40775"/>
                  </a:cubicBezTo>
                  <a:cubicBezTo>
                    <a:pt x="1820" y="41766"/>
                    <a:pt x="2944" y="43639"/>
                    <a:pt x="2944" y="45540"/>
                  </a:cubicBezTo>
                  <a:cubicBezTo>
                    <a:pt x="2944" y="45540"/>
                    <a:pt x="2944" y="45566"/>
                    <a:pt x="2944" y="45566"/>
                  </a:cubicBezTo>
                  <a:cubicBezTo>
                    <a:pt x="2944" y="45620"/>
                    <a:pt x="2971" y="45674"/>
                    <a:pt x="3025" y="45674"/>
                  </a:cubicBezTo>
                  <a:cubicBezTo>
                    <a:pt x="4952" y="46664"/>
                    <a:pt x="6183" y="48618"/>
                    <a:pt x="6183" y="50786"/>
                  </a:cubicBezTo>
                  <a:cubicBezTo>
                    <a:pt x="6183" y="52954"/>
                    <a:pt x="4952" y="54934"/>
                    <a:pt x="3025" y="55898"/>
                  </a:cubicBezTo>
                  <a:cubicBezTo>
                    <a:pt x="2971" y="55925"/>
                    <a:pt x="2944" y="55952"/>
                    <a:pt x="2944" y="56005"/>
                  </a:cubicBezTo>
                  <a:cubicBezTo>
                    <a:pt x="2891" y="58012"/>
                    <a:pt x="1847" y="59806"/>
                    <a:pt x="107" y="60796"/>
                  </a:cubicBezTo>
                  <a:cubicBezTo>
                    <a:pt x="80" y="60823"/>
                    <a:pt x="54" y="60850"/>
                    <a:pt x="27" y="60903"/>
                  </a:cubicBezTo>
                  <a:cubicBezTo>
                    <a:pt x="27" y="60957"/>
                    <a:pt x="27" y="61010"/>
                    <a:pt x="80" y="61037"/>
                  </a:cubicBezTo>
                  <a:cubicBezTo>
                    <a:pt x="1820" y="62054"/>
                    <a:pt x="2891" y="63847"/>
                    <a:pt x="2944" y="65828"/>
                  </a:cubicBezTo>
                  <a:cubicBezTo>
                    <a:pt x="2944" y="65882"/>
                    <a:pt x="2971" y="65935"/>
                    <a:pt x="3025" y="65962"/>
                  </a:cubicBezTo>
                  <a:cubicBezTo>
                    <a:pt x="4952" y="66925"/>
                    <a:pt x="6183" y="68879"/>
                    <a:pt x="6183" y="71047"/>
                  </a:cubicBezTo>
                  <a:cubicBezTo>
                    <a:pt x="6183" y="73242"/>
                    <a:pt x="4952" y="75196"/>
                    <a:pt x="3025" y="76160"/>
                  </a:cubicBezTo>
                  <a:cubicBezTo>
                    <a:pt x="2971" y="76186"/>
                    <a:pt x="2944" y="76240"/>
                    <a:pt x="2944" y="76267"/>
                  </a:cubicBezTo>
                  <a:cubicBezTo>
                    <a:pt x="2891" y="78274"/>
                    <a:pt x="1820" y="80067"/>
                    <a:pt x="80" y="81084"/>
                  </a:cubicBezTo>
                  <a:cubicBezTo>
                    <a:pt x="27" y="81111"/>
                    <a:pt x="0" y="81191"/>
                    <a:pt x="54" y="81245"/>
                  </a:cubicBezTo>
                  <a:cubicBezTo>
                    <a:pt x="71" y="81296"/>
                    <a:pt x="109" y="81315"/>
                    <a:pt x="149" y="81315"/>
                  </a:cubicBezTo>
                  <a:cubicBezTo>
                    <a:pt x="171" y="81315"/>
                    <a:pt x="195" y="81308"/>
                    <a:pt x="214" y="81299"/>
                  </a:cubicBezTo>
                  <a:cubicBezTo>
                    <a:pt x="2007" y="80255"/>
                    <a:pt x="3105" y="78408"/>
                    <a:pt x="3185" y="76347"/>
                  </a:cubicBezTo>
                  <a:cubicBezTo>
                    <a:pt x="5193" y="75330"/>
                    <a:pt x="6424" y="73296"/>
                    <a:pt x="6424" y="71047"/>
                  </a:cubicBezTo>
                  <a:cubicBezTo>
                    <a:pt x="6424" y="68826"/>
                    <a:pt x="5193" y="66792"/>
                    <a:pt x="3185" y="65748"/>
                  </a:cubicBezTo>
                  <a:cubicBezTo>
                    <a:pt x="3132" y="63767"/>
                    <a:pt x="2088" y="61974"/>
                    <a:pt x="402" y="60930"/>
                  </a:cubicBezTo>
                  <a:cubicBezTo>
                    <a:pt x="2088" y="59859"/>
                    <a:pt x="3132" y="58093"/>
                    <a:pt x="3185" y="56085"/>
                  </a:cubicBezTo>
                  <a:cubicBezTo>
                    <a:pt x="5193" y="55068"/>
                    <a:pt x="6424" y="53034"/>
                    <a:pt x="6424" y="50786"/>
                  </a:cubicBezTo>
                  <a:cubicBezTo>
                    <a:pt x="6424" y="48537"/>
                    <a:pt x="5193" y="46530"/>
                    <a:pt x="3185" y="45486"/>
                  </a:cubicBezTo>
                  <a:cubicBezTo>
                    <a:pt x="3185" y="43586"/>
                    <a:pt x="2088" y="41739"/>
                    <a:pt x="402" y="40668"/>
                  </a:cubicBezTo>
                  <a:cubicBezTo>
                    <a:pt x="1927" y="39705"/>
                    <a:pt x="3319" y="37885"/>
                    <a:pt x="3212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93" y="26268"/>
                    <a:pt x="3185" y="25225"/>
                  </a:cubicBezTo>
                  <a:cubicBezTo>
                    <a:pt x="3105" y="23244"/>
                    <a:pt x="2061" y="21451"/>
                    <a:pt x="402" y="20407"/>
                  </a:cubicBezTo>
                  <a:cubicBezTo>
                    <a:pt x="2088" y="19336"/>
                    <a:pt x="3185" y="17436"/>
                    <a:pt x="3185" y="15616"/>
                  </a:cubicBezTo>
                  <a:cubicBezTo>
                    <a:pt x="3185" y="15589"/>
                    <a:pt x="3185" y="15562"/>
                    <a:pt x="3185" y="15562"/>
                  </a:cubicBezTo>
                  <a:cubicBezTo>
                    <a:pt x="5193" y="14518"/>
                    <a:pt x="6424" y="12511"/>
                    <a:pt x="6424" y="10263"/>
                  </a:cubicBezTo>
                  <a:cubicBezTo>
                    <a:pt x="6424" y="8014"/>
                    <a:pt x="5193" y="6007"/>
                    <a:pt x="3185" y="4963"/>
                  </a:cubicBezTo>
                  <a:cubicBezTo>
                    <a:pt x="3185" y="3036"/>
                    <a:pt x="2007" y="1055"/>
                    <a:pt x="214" y="11"/>
                  </a:cubicBezTo>
                  <a:cubicBezTo>
                    <a:pt x="200" y="4"/>
                    <a:pt x="184" y="1"/>
                    <a:pt x="1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64"/>
            <p:cNvSpPr/>
            <p:nvPr/>
          </p:nvSpPr>
          <p:spPr>
            <a:xfrm>
              <a:off x="1146800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20" y="1"/>
                  </a:moveTo>
                  <a:cubicBezTo>
                    <a:pt x="81" y="1"/>
                    <a:pt x="44" y="24"/>
                    <a:pt x="28" y="57"/>
                  </a:cubicBezTo>
                  <a:cubicBezTo>
                    <a:pt x="28" y="84"/>
                    <a:pt x="1" y="110"/>
                    <a:pt x="1" y="137"/>
                  </a:cubicBezTo>
                  <a:cubicBezTo>
                    <a:pt x="1" y="164"/>
                    <a:pt x="28" y="217"/>
                    <a:pt x="81" y="244"/>
                  </a:cubicBezTo>
                  <a:cubicBezTo>
                    <a:pt x="1821" y="1234"/>
                    <a:pt x="2972" y="3162"/>
                    <a:pt x="2918" y="5035"/>
                  </a:cubicBezTo>
                  <a:cubicBezTo>
                    <a:pt x="2918" y="5089"/>
                    <a:pt x="2945" y="5142"/>
                    <a:pt x="2998" y="5142"/>
                  </a:cubicBezTo>
                  <a:cubicBezTo>
                    <a:pt x="4952" y="6133"/>
                    <a:pt x="6157" y="8086"/>
                    <a:pt x="6157" y="10254"/>
                  </a:cubicBezTo>
                  <a:cubicBezTo>
                    <a:pt x="6157" y="12422"/>
                    <a:pt x="4952" y="14376"/>
                    <a:pt x="2998" y="15367"/>
                  </a:cubicBezTo>
                  <a:cubicBezTo>
                    <a:pt x="2945" y="15393"/>
                    <a:pt x="2918" y="15420"/>
                    <a:pt x="2918" y="15474"/>
                  </a:cubicBezTo>
                  <a:cubicBezTo>
                    <a:pt x="2972" y="17321"/>
                    <a:pt x="1848" y="19248"/>
                    <a:pt x="81" y="20265"/>
                  </a:cubicBezTo>
                  <a:cubicBezTo>
                    <a:pt x="54" y="20292"/>
                    <a:pt x="28" y="20318"/>
                    <a:pt x="1" y="20345"/>
                  </a:cubicBezTo>
                  <a:cubicBezTo>
                    <a:pt x="1" y="20425"/>
                    <a:pt x="28" y="20479"/>
                    <a:pt x="81" y="20506"/>
                  </a:cubicBezTo>
                  <a:cubicBezTo>
                    <a:pt x="1794" y="21496"/>
                    <a:pt x="2865" y="23289"/>
                    <a:pt x="2918" y="25297"/>
                  </a:cubicBezTo>
                  <a:cubicBezTo>
                    <a:pt x="2918" y="25350"/>
                    <a:pt x="2945" y="25404"/>
                    <a:pt x="2998" y="25404"/>
                  </a:cubicBezTo>
                  <a:cubicBezTo>
                    <a:pt x="4952" y="26394"/>
                    <a:pt x="6157" y="28348"/>
                    <a:pt x="6157" y="30516"/>
                  </a:cubicBezTo>
                  <a:cubicBezTo>
                    <a:pt x="6157" y="32684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9" y="37823"/>
                    <a:pt x="1633" y="39643"/>
                    <a:pt x="81" y="40526"/>
                  </a:cubicBezTo>
                  <a:cubicBezTo>
                    <a:pt x="54" y="40553"/>
                    <a:pt x="28" y="40580"/>
                    <a:pt x="1" y="40633"/>
                  </a:cubicBezTo>
                  <a:cubicBezTo>
                    <a:pt x="1" y="40687"/>
                    <a:pt x="28" y="40741"/>
                    <a:pt x="81" y="40767"/>
                  </a:cubicBezTo>
                  <a:cubicBezTo>
                    <a:pt x="1821" y="41784"/>
                    <a:pt x="2918" y="43631"/>
                    <a:pt x="2918" y="45532"/>
                  </a:cubicBezTo>
                  <a:cubicBezTo>
                    <a:pt x="2918" y="45532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52" y="46656"/>
                    <a:pt x="6157" y="48610"/>
                    <a:pt x="6157" y="50778"/>
                  </a:cubicBezTo>
                  <a:cubicBezTo>
                    <a:pt x="6157" y="52972"/>
                    <a:pt x="4952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91" y="58004"/>
                    <a:pt x="1821" y="59798"/>
                    <a:pt x="81" y="60815"/>
                  </a:cubicBezTo>
                  <a:cubicBezTo>
                    <a:pt x="54" y="60815"/>
                    <a:pt x="28" y="60841"/>
                    <a:pt x="1" y="60895"/>
                  </a:cubicBezTo>
                  <a:cubicBezTo>
                    <a:pt x="1" y="60949"/>
                    <a:pt x="28" y="61002"/>
                    <a:pt x="81" y="61029"/>
                  </a:cubicBezTo>
                  <a:cubicBezTo>
                    <a:pt x="1821" y="62046"/>
                    <a:pt x="2891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52" y="66917"/>
                    <a:pt x="6157" y="68871"/>
                    <a:pt x="6157" y="71066"/>
                  </a:cubicBezTo>
                  <a:cubicBezTo>
                    <a:pt x="6157" y="73234"/>
                    <a:pt x="4952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8" y="81103"/>
                    <a:pt x="1" y="81183"/>
                    <a:pt x="28" y="81237"/>
                  </a:cubicBezTo>
                  <a:cubicBezTo>
                    <a:pt x="44" y="81288"/>
                    <a:pt x="83" y="81306"/>
                    <a:pt x="129" y="81306"/>
                  </a:cubicBezTo>
                  <a:cubicBezTo>
                    <a:pt x="156" y="81306"/>
                    <a:pt x="185" y="81300"/>
                    <a:pt x="215" y="81290"/>
                  </a:cubicBezTo>
                  <a:cubicBezTo>
                    <a:pt x="1981" y="80247"/>
                    <a:pt x="3106" y="78400"/>
                    <a:pt x="3186" y="76366"/>
                  </a:cubicBezTo>
                  <a:cubicBezTo>
                    <a:pt x="5167" y="75322"/>
                    <a:pt x="6398" y="73288"/>
                    <a:pt x="6398" y="71066"/>
                  </a:cubicBezTo>
                  <a:cubicBezTo>
                    <a:pt x="6398" y="68818"/>
                    <a:pt x="5167" y="66783"/>
                    <a:pt x="3186" y="65766"/>
                  </a:cubicBezTo>
                  <a:cubicBezTo>
                    <a:pt x="3106" y="63759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077"/>
                  </a:cubicBezTo>
                  <a:cubicBezTo>
                    <a:pt x="5167" y="55060"/>
                    <a:pt x="6398" y="53026"/>
                    <a:pt x="6398" y="50778"/>
                  </a:cubicBezTo>
                  <a:cubicBezTo>
                    <a:pt x="6398" y="48556"/>
                    <a:pt x="5167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293" y="37877"/>
                    <a:pt x="3186" y="35816"/>
                  </a:cubicBezTo>
                  <a:cubicBezTo>
                    <a:pt x="5167" y="34799"/>
                    <a:pt x="6398" y="32764"/>
                    <a:pt x="6398" y="30516"/>
                  </a:cubicBezTo>
                  <a:cubicBezTo>
                    <a:pt x="6398" y="28268"/>
                    <a:pt x="5167" y="26260"/>
                    <a:pt x="3186" y="25216"/>
                  </a:cubicBezTo>
                  <a:cubicBezTo>
                    <a:pt x="3079" y="23236"/>
                    <a:pt x="2062" y="21442"/>
                    <a:pt x="375" y="20399"/>
                  </a:cubicBezTo>
                  <a:cubicBezTo>
                    <a:pt x="2088" y="19328"/>
                    <a:pt x="3186" y="17401"/>
                    <a:pt x="3186" y="15554"/>
                  </a:cubicBezTo>
                  <a:cubicBezTo>
                    <a:pt x="5167" y="14510"/>
                    <a:pt x="6398" y="12503"/>
                    <a:pt x="6398" y="10254"/>
                  </a:cubicBezTo>
                  <a:cubicBezTo>
                    <a:pt x="6398" y="8006"/>
                    <a:pt x="5167" y="5999"/>
                    <a:pt x="3186" y="4955"/>
                  </a:cubicBezTo>
                  <a:cubicBezTo>
                    <a:pt x="3186" y="3028"/>
                    <a:pt x="1981" y="1047"/>
                    <a:pt x="188" y="30"/>
                  </a:cubicBezTo>
                  <a:cubicBezTo>
                    <a:pt x="168" y="10"/>
                    <a:pt x="143" y="1"/>
                    <a:pt x="1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64"/>
            <p:cNvSpPr/>
            <p:nvPr/>
          </p:nvSpPr>
          <p:spPr>
            <a:xfrm>
              <a:off x="992900" y="25935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67" y="1"/>
                  </a:moveTo>
                  <a:cubicBezTo>
                    <a:pt x="120" y="1"/>
                    <a:pt x="67" y="26"/>
                    <a:pt x="27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54" y="225"/>
                    <a:pt x="81" y="225"/>
                  </a:cubicBezTo>
                  <a:cubicBezTo>
                    <a:pt x="1821" y="1243"/>
                    <a:pt x="2972" y="3170"/>
                    <a:pt x="2945" y="5043"/>
                  </a:cubicBezTo>
                  <a:cubicBezTo>
                    <a:pt x="2945" y="5070"/>
                    <a:pt x="2972" y="5124"/>
                    <a:pt x="2998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8" y="15375"/>
                  </a:cubicBezTo>
                  <a:cubicBezTo>
                    <a:pt x="2972" y="15402"/>
                    <a:pt x="2945" y="15428"/>
                    <a:pt x="2945" y="15482"/>
                  </a:cubicBezTo>
                  <a:cubicBezTo>
                    <a:pt x="2998" y="17329"/>
                    <a:pt x="1847" y="19256"/>
                    <a:pt x="108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1" y="20407"/>
                    <a:pt x="27" y="20460"/>
                    <a:pt x="81" y="20514"/>
                  </a:cubicBezTo>
                  <a:cubicBezTo>
                    <a:pt x="1794" y="21504"/>
                    <a:pt x="2865" y="23297"/>
                    <a:pt x="2945" y="25305"/>
                  </a:cubicBezTo>
                  <a:cubicBezTo>
                    <a:pt x="2945" y="25358"/>
                    <a:pt x="2972" y="25385"/>
                    <a:pt x="2998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8" y="35636"/>
                  </a:cubicBezTo>
                  <a:cubicBezTo>
                    <a:pt x="2972" y="35663"/>
                    <a:pt x="2945" y="35717"/>
                    <a:pt x="2945" y="35770"/>
                  </a:cubicBezTo>
                  <a:cubicBezTo>
                    <a:pt x="3105" y="37831"/>
                    <a:pt x="1633" y="39651"/>
                    <a:pt x="108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1" y="40668"/>
                    <a:pt x="27" y="40749"/>
                    <a:pt x="81" y="40775"/>
                  </a:cubicBezTo>
                  <a:cubicBezTo>
                    <a:pt x="1821" y="41766"/>
                    <a:pt x="2945" y="43639"/>
                    <a:pt x="2945" y="45540"/>
                  </a:cubicBezTo>
                  <a:cubicBezTo>
                    <a:pt x="2945" y="45540"/>
                    <a:pt x="2945" y="45566"/>
                    <a:pt x="2945" y="45566"/>
                  </a:cubicBezTo>
                  <a:cubicBezTo>
                    <a:pt x="2918" y="45620"/>
                    <a:pt x="2972" y="45674"/>
                    <a:pt x="2998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8" y="55898"/>
                  </a:cubicBezTo>
                  <a:cubicBezTo>
                    <a:pt x="2972" y="55925"/>
                    <a:pt x="2945" y="55952"/>
                    <a:pt x="2945" y="56005"/>
                  </a:cubicBezTo>
                  <a:cubicBezTo>
                    <a:pt x="2891" y="58012"/>
                    <a:pt x="1821" y="59806"/>
                    <a:pt x="108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1" y="60957"/>
                    <a:pt x="27" y="61010"/>
                    <a:pt x="81" y="61037"/>
                  </a:cubicBezTo>
                  <a:cubicBezTo>
                    <a:pt x="1821" y="62054"/>
                    <a:pt x="2891" y="63847"/>
                    <a:pt x="2945" y="65828"/>
                  </a:cubicBezTo>
                  <a:cubicBezTo>
                    <a:pt x="2945" y="65882"/>
                    <a:pt x="2972" y="65935"/>
                    <a:pt x="2998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8" y="76160"/>
                  </a:cubicBezTo>
                  <a:cubicBezTo>
                    <a:pt x="2972" y="76186"/>
                    <a:pt x="2945" y="76240"/>
                    <a:pt x="2945" y="76267"/>
                  </a:cubicBezTo>
                  <a:cubicBezTo>
                    <a:pt x="2891" y="78274"/>
                    <a:pt x="1821" y="80067"/>
                    <a:pt x="81" y="81084"/>
                  </a:cubicBezTo>
                  <a:cubicBezTo>
                    <a:pt x="27" y="81111"/>
                    <a:pt x="1" y="81191"/>
                    <a:pt x="27" y="81245"/>
                  </a:cubicBezTo>
                  <a:cubicBezTo>
                    <a:pt x="61" y="81296"/>
                    <a:pt x="106" y="81315"/>
                    <a:pt x="148" y="81315"/>
                  </a:cubicBezTo>
                  <a:cubicBezTo>
                    <a:pt x="172" y="81315"/>
                    <a:pt x="195" y="81308"/>
                    <a:pt x="215" y="81299"/>
                  </a:cubicBezTo>
                  <a:cubicBezTo>
                    <a:pt x="2008" y="80255"/>
                    <a:pt x="3105" y="78408"/>
                    <a:pt x="3186" y="76347"/>
                  </a:cubicBezTo>
                  <a:cubicBezTo>
                    <a:pt x="5193" y="75330"/>
                    <a:pt x="6424" y="73296"/>
                    <a:pt x="6424" y="71047"/>
                  </a:cubicBezTo>
                  <a:cubicBezTo>
                    <a:pt x="6424" y="68826"/>
                    <a:pt x="5193" y="66792"/>
                    <a:pt x="3186" y="65748"/>
                  </a:cubicBezTo>
                  <a:cubicBezTo>
                    <a:pt x="3105" y="63767"/>
                    <a:pt x="2088" y="61974"/>
                    <a:pt x="402" y="60930"/>
                  </a:cubicBezTo>
                  <a:cubicBezTo>
                    <a:pt x="2088" y="59859"/>
                    <a:pt x="3105" y="58093"/>
                    <a:pt x="3186" y="56085"/>
                  </a:cubicBezTo>
                  <a:cubicBezTo>
                    <a:pt x="5193" y="55068"/>
                    <a:pt x="6424" y="53034"/>
                    <a:pt x="6424" y="50786"/>
                  </a:cubicBezTo>
                  <a:cubicBezTo>
                    <a:pt x="6424" y="48537"/>
                    <a:pt x="5193" y="46530"/>
                    <a:pt x="3186" y="45486"/>
                  </a:cubicBezTo>
                  <a:cubicBezTo>
                    <a:pt x="3159" y="43586"/>
                    <a:pt x="2088" y="41739"/>
                    <a:pt x="402" y="40668"/>
                  </a:cubicBezTo>
                  <a:cubicBezTo>
                    <a:pt x="1901" y="39705"/>
                    <a:pt x="3320" y="37885"/>
                    <a:pt x="3186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93" y="26268"/>
                    <a:pt x="3186" y="25225"/>
                  </a:cubicBezTo>
                  <a:cubicBezTo>
                    <a:pt x="3105" y="23244"/>
                    <a:pt x="2062" y="21451"/>
                    <a:pt x="402" y="20407"/>
                  </a:cubicBezTo>
                  <a:cubicBezTo>
                    <a:pt x="2088" y="19336"/>
                    <a:pt x="3186" y="17436"/>
                    <a:pt x="3186" y="15616"/>
                  </a:cubicBezTo>
                  <a:cubicBezTo>
                    <a:pt x="3186" y="15589"/>
                    <a:pt x="3186" y="15562"/>
                    <a:pt x="3186" y="15562"/>
                  </a:cubicBezTo>
                  <a:cubicBezTo>
                    <a:pt x="5193" y="14518"/>
                    <a:pt x="6424" y="12511"/>
                    <a:pt x="6424" y="10263"/>
                  </a:cubicBezTo>
                  <a:cubicBezTo>
                    <a:pt x="6424" y="8014"/>
                    <a:pt x="5193" y="6007"/>
                    <a:pt x="3186" y="4963"/>
                  </a:cubicBezTo>
                  <a:cubicBezTo>
                    <a:pt x="3186" y="3036"/>
                    <a:pt x="2008" y="1055"/>
                    <a:pt x="215" y="11"/>
                  </a:cubicBezTo>
                  <a:cubicBezTo>
                    <a:pt x="200" y="4"/>
                    <a:pt x="184" y="1"/>
                    <a:pt x="1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64"/>
            <p:cNvSpPr/>
            <p:nvPr/>
          </p:nvSpPr>
          <p:spPr>
            <a:xfrm>
              <a:off x="839675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0" y="84"/>
                    <a:pt x="0" y="110"/>
                    <a:pt x="0" y="137"/>
                  </a:cubicBezTo>
                  <a:cubicBezTo>
                    <a:pt x="0" y="164"/>
                    <a:pt x="27" y="217"/>
                    <a:pt x="54" y="244"/>
                  </a:cubicBezTo>
                  <a:cubicBezTo>
                    <a:pt x="1794" y="1234"/>
                    <a:pt x="2971" y="3162"/>
                    <a:pt x="2918" y="5035"/>
                  </a:cubicBezTo>
                  <a:cubicBezTo>
                    <a:pt x="2918" y="5089"/>
                    <a:pt x="2945" y="5142"/>
                    <a:pt x="2998" y="5142"/>
                  </a:cubicBezTo>
                  <a:cubicBezTo>
                    <a:pt x="4925" y="6133"/>
                    <a:pt x="6156" y="8086"/>
                    <a:pt x="6156" y="10254"/>
                  </a:cubicBezTo>
                  <a:cubicBezTo>
                    <a:pt x="6156" y="12422"/>
                    <a:pt x="4925" y="14376"/>
                    <a:pt x="2998" y="15367"/>
                  </a:cubicBezTo>
                  <a:cubicBezTo>
                    <a:pt x="2945" y="15393"/>
                    <a:pt x="2918" y="15420"/>
                    <a:pt x="2918" y="15474"/>
                  </a:cubicBezTo>
                  <a:cubicBezTo>
                    <a:pt x="2971" y="17321"/>
                    <a:pt x="1847" y="19248"/>
                    <a:pt x="81" y="20265"/>
                  </a:cubicBezTo>
                  <a:cubicBezTo>
                    <a:pt x="54" y="20292"/>
                    <a:pt x="27" y="20318"/>
                    <a:pt x="0" y="20345"/>
                  </a:cubicBezTo>
                  <a:cubicBezTo>
                    <a:pt x="0" y="20425"/>
                    <a:pt x="27" y="20479"/>
                    <a:pt x="54" y="20506"/>
                  </a:cubicBezTo>
                  <a:cubicBezTo>
                    <a:pt x="1794" y="21496"/>
                    <a:pt x="2864" y="23289"/>
                    <a:pt x="2918" y="25297"/>
                  </a:cubicBezTo>
                  <a:cubicBezTo>
                    <a:pt x="2918" y="25350"/>
                    <a:pt x="2945" y="25404"/>
                    <a:pt x="2998" y="25404"/>
                  </a:cubicBezTo>
                  <a:cubicBezTo>
                    <a:pt x="4925" y="26394"/>
                    <a:pt x="6156" y="28348"/>
                    <a:pt x="6156" y="30516"/>
                  </a:cubicBezTo>
                  <a:cubicBezTo>
                    <a:pt x="6156" y="32684"/>
                    <a:pt x="4925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8" y="37823"/>
                    <a:pt x="1606" y="39643"/>
                    <a:pt x="81" y="40526"/>
                  </a:cubicBezTo>
                  <a:cubicBezTo>
                    <a:pt x="54" y="40553"/>
                    <a:pt x="27" y="40580"/>
                    <a:pt x="0" y="40633"/>
                  </a:cubicBezTo>
                  <a:cubicBezTo>
                    <a:pt x="0" y="40687"/>
                    <a:pt x="27" y="40741"/>
                    <a:pt x="54" y="40767"/>
                  </a:cubicBezTo>
                  <a:cubicBezTo>
                    <a:pt x="1794" y="41784"/>
                    <a:pt x="2918" y="43631"/>
                    <a:pt x="2918" y="45532"/>
                  </a:cubicBezTo>
                  <a:cubicBezTo>
                    <a:pt x="2918" y="45558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25" y="46656"/>
                    <a:pt x="6156" y="48610"/>
                    <a:pt x="6156" y="50778"/>
                  </a:cubicBezTo>
                  <a:cubicBezTo>
                    <a:pt x="6156" y="52972"/>
                    <a:pt x="4925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64" y="58004"/>
                    <a:pt x="1820" y="59798"/>
                    <a:pt x="81" y="60815"/>
                  </a:cubicBezTo>
                  <a:cubicBezTo>
                    <a:pt x="54" y="60815"/>
                    <a:pt x="27" y="60841"/>
                    <a:pt x="0" y="60895"/>
                  </a:cubicBezTo>
                  <a:cubicBezTo>
                    <a:pt x="0" y="60949"/>
                    <a:pt x="27" y="61002"/>
                    <a:pt x="54" y="61029"/>
                  </a:cubicBezTo>
                  <a:cubicBezTo>
                    <a:pt x="1794" y="62046"/>
                    <a:pt x="2864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25" y="66917"/>
                    <a:pt x="6156" y="68871"/>
                    <a:pt x="6156" y="71066"/>
                  </a:cubicBezTo>
                  <a:cubicBezTo>
                    <a:pt x="6156" y="73234"/>
                    <a:pt x="4925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64" y="78266"/>
                    <a:pt x="1794" y="80059"/>
                    <a:pt x="81" y="81076"/>
                  </a:cubicBezTo>
                  <a:cubicBezTo>
                    <a:pt x="0" y="81103"/>
                    <a:pt x="0" y="81183"/>
                    <a:pt x="27" y="81237"/>
                  </a:cubicBezTo>
                  <a:cubicBezTo>
                    <a:pt x="44" y="81288"/>
                    <a:pt x="83" y="81306"/>
                    <a:pt x="122" y="81306"/>
                  </a:cubicBezTo>
                  <a:cubicBezTo>
                    <a:pt x="145" y="81306"/>
                    <a:pt x="168" y="81300"/>
                    <a:pt x="188" y="81290"/>
                  </a:cubicBezTo>
                  <a:cubicBezTo>
                    <a:pt x="1981" y="80247"/>
                    <a:pt x="3105" y="78400"/>
                    <a:pt x="3159" y="76366"/>
                  </a:cubicBezTo>
                  <a:cubicBezTo>
                    <a:pt x="5166" y="75322"/>
                    <a:pt x="6397" y="73288"/>
                    <a:pt x="6397" y="71066"/>
                  </a:cubicBezTo>
                  <a:cubicBezTo>
                    <a:pt x="6397" y="68818"/>
                    <a:pt x="5166" y="66783"/>
                    <a:pt x="3159" y="65766"/>
                  </a:cubicBezTo>
                  <a:cubicBezTo>
                    <a:pt x="3105" y="63759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59" y="56077"/>
                  </a:cubicBezTo>
                  <a:cubicBezTo>
                    <a:pt x="5166" y="55060"/>
                    <a:pt x="6397" y="53026"/>
                    <a:pt x="6397" y="50778"/>
                  </a:cubicBezTo>
                  <a:cubicBezTo>
                    <a:pt x="6397" y="48556"/>
                    <a:pt x="5166" y="46522"/>
                    <a:pt x="3159" y="45505"/>
                  </a:cubicBezTo>
                  <a:cubicBezTo>
                    <a:pt x="3159" y="43604"/>
                    <a:pt x="2061" y="41731"/>
                    <a:pt x="375" y="40660"/>
                  </a:cubicBezTo>
                  <a:cubicBezTo>
                    <a:pt x="1901" y="39697"/>
                    <a:pt x="3292" y="37877"/>
                    <a:pt x="3185" y="35816"/>
                  </a:cubicBezTo>
                  <a:cubicBezTo>
                    <a:pt x="5166" y="34799"/>
                    <a:pt x="6397" y="32764"/>
                    <a:pt x="6397" y="30516"/>
                  </a:cubicBezTo>
                  <a:cubicBezTo>
                    <a:pt x="6397" y="28268"/>
                    <a:pt x="5166" y="26260"/>
                    <a:pt x="3159" y="25216"/>
                  </a:cubicBezTo>
                  <a:cubicBezTo>
                    <a:pt x="3078" y="23236"/>
                    <a:pt x="2035" y="21442"/>
                    <a:pt x="375" y="20399"/>
                  </a:cubicBezTo>
                  <a:cubicBezTo>
                    <a:pt x="2061" y="19328"/>
                    <a:pt x="3159" y="17454"/>
                    <a:pt x="3159" y="15608"/>
                  </a:cubicBezTo>
                  <a:cubicBezTo>
                    <a:pt x="3159" y="15581"/>
                    <a:pt x="3159" y="15581"/>
                    <a:pt x="3159" y="15554"/>
                  </a:cubicBezTo>
                  <a:cubicBezTo>
                    <a:pt x="5166" y="14510"/>
                    <a:pt x="6397" y="12503"/>
                    <a:pt x="6397" y="10254"/>
                  </a:cubicBezTo>
                  <a:cubicBezTo>
                    <a:pt x="6397" y="8006"/>
                    <a:pt x="5166" y="5999"/>
                    <a:pt x="3159" y="4955"/>
                  </a:cubicBezTo>
                  <a:cubicBezTo>
                    <a:pt x="3159" y="3028"/>
                    <a:pt x="1981" y="1047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64"/>
            <p:cNvSpPr/>
            <p:nvPr/>
          </p:nvSpPr>
          <p:spPr>
            <a:xfrm>
              <a:off x="685775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0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27" y="92"/>
                    <a:pt x="0" y="118"/>
                    <a:pt x="0" y="118"/>
                  </a:cubicBezTo>
                  <a:cubicBezTo>
                    <a:pt x="0" y="172"/>
                    <a:pt x="27" y="225"/>
                    <a:pt x="81" y="225"/>
                  </a:cubicBezTo>
                  <a:cubicBezTo>
                    <a:pt x="1820" y="1243"/>
                    <a:pt x="2944" y="3170"/>
                    <a:pt x="2918" y="5043"/>
                  </a:cubicBezTo>
                  <a:cubicBezTo>
                    <a:pt x="2918" y="5070"/>
                    <a:pt x="2944" y="5124"/>
                    <a:pt x="2998" y="5150"/>
                  </a:cubicBezTo>
                  <a:cubicBezTo>
                    <a:pt x="4952" y="6141"/>
                    <a:pt x="6156" y="8095"/>
                    <a:pt x="6156" y="10263"/>
                  </a:cubicBezTo>
                  <a:cubicBezTo>
                    <a:pt x="6156" y="12431"/>
                    <a:pt x="4952" y="14384"/>
                    <a:pt x="2998" y="15375"/>
                  </a:cubicBezTo>
                  <a:cubicBezTo>
                    <a:pt x="2944" y="15402"/>
                    <a:pt x="2918" y="15428"/>
                    <a:pt x="2918" y="15482"/>
                  </a:cubicBezTo>
                  <a:cubicBezTo>
                    <a:pt x="2998" y="17329"/>
                    <a:pt x="1847" y="19256"/>
                    <a:pt x="81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0" y="20407"/>
                    <a:pt x="27" y="20460"/>
                    <a:pt x="81" y="20514"/>
                  </a:cubicBezTo>
                  <a:cubicBezTo>
                    <a:pt x="1794" y="21504"/>
                    <a:pt x="2864" y="23297"/>
                    <a:pt x="2918" y="25305"/>
                  </a:cubicBezTo>
                  <a:cubicBezTo>
                    <a:pt x="2918" y="25358"/>
                    <a:pt x="2944" y="25385"/>
                    <a:pt x="2998" y="25412"/>
                  </a:cubicBezTo>
                  <a:cubicBezTo>
                    <a:pt x="4952" y="26402"/>
                    <a:pt x="6156" y="28356"/>
                    <a:pt x="6156" y="30524"/>
                  </a:cubicBezTo>
                  <a:cubicBezTo>
                    <a:pt x="6156" y="32692"/>
                    <a:pt x="4952" y="34646"/>
                    <a:pt x="2998" y="35636"/>
                  </a:cubicBezTo>
                  <a:cubicBezTo>
                    <a:pt x="2944" y="35663"/>
                    <a:pt x="2918" y="35717"/>
                    <a:pt x="2918" y="35770"/>
                  </a:cubicBezTo>
                  <a:cubicBezTo>
                    <a:pt x="3078" y="37831"/>
                    <a:pt x="1633" y="39651"/>
                    <a:pt x="81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0" y="40668"/>
                    <a:pt x="27" y="40749"/>
                    <a:pt x="81" y="40775"/>
                  </a:cubicBezTo>
                  <a:cubicBezTo>
                    <a:pt x="1820" y="41766"/>
                    <a:pt x="2918" y="43639"/>
                    <a:pt x="2918" y="45540"/>
                  </a:cubicBezTo>
                  <a:lnTo>
                    <a:pt x="2918" y="45566"/>
                  </a:lnTo>
                  <a:cubicBezTo>
                    <a:pt x="2918" y="45620"/>
                    <a:pt x="2944" y="45674"/>
                    <a:pt x="2998" y="45674"/>
                  </a:cubicBezTo>
                  <a:cubicBezTo>
                    <a:pt x="4952" y="46664"/>
                    <a:pt x="6156" y="48618"/>
                    <a:pt x="6156" y="50786"/>
                  </a:cubicBezTo>
                  <a:cubicBezTo>
                    <a:pt x="6156" y="52954"/>
                    <a:pt x="4952" y="54934"/>
                    <a:pt x="2998" y="55898"/>
                  </a:cubicBezTo>
                  <a:cubicBezTo>
                    <a:pt x="2944" y="55925"/>
                    <a:pt x="2918" y="55952"/>
                    <a:pt x="2918" y="56005"/>
                  </a:cubicBezTo>
                  <a:cubicBezTo>
                    <a:pt x="2891" y="58012"/>
                    <a:pt x="1820" y="59806"/>
                    <a:pt x="81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0" y="60957"/>
                    <a:pt x="27" y="61010"/>
                    <a:pt x="81" y="61037"/>
                  </a:cubicBezTo>
                  <a:cubicBezTo>
                    <a:pt x="1820" y="62054"/>
                    <a:pt x="2891" y="63847"/>
                    <a:pt x="2918" y="65828"/>
                  </a:cubicBezTo>
                  <a:cubicBezTo>
                    <a:pt x="2918" y="65882"/>
                    <a:pt x="2944" y="65935"/>
                    <a:pt x="2998" y="65962"/>
                  </a:cubicBezTo>
                  <a:cubicBezTo>
                    <a:pt x="4952" y="66925"/>
                    <a:pt x="6156" y="68879"/>
                    <a:pt x="6156" y="71047"/>
                  </a:cubicBezTo>
                  <a:cubicBezTo>
                    <a:pt x="6156" y="73242"/>
                    <a:pt x="4952" y="75196"/>
                    <a:pt x="2998" y="76160"/>
                  </a:cubicBezTo>
                  <a:cubicBezTo>
                    <a:pt x="2944" y="76186"/>
                    <a:pt x="2918" y="76240"/>
                    <a:pt x="2918" y="76267"/>
                  </a:cubicBezTo>
                  <a:cubicBezTo>
                    <a:pt x="2891" y="78274"/>
                    <a:pt x="1820" y="80067"/>
                    <a:pt x="81" y="81084"/>
                  </a:cubicBezTo>
                  <a:cubicBezTo>
                    <a:pt x="27" y="81111"/>
                    <a:pt x="0" y="81191"/>
                    <a:pt x="27" y="81245"/>
                  </a:cubicBezTo>
                  <a:cubicBezTo>
                    <a:pt x="61" y="81296"/>
                    <a:pt x="95" y="81315"/>
                    <a:pt x="136" y="81315"/>
                  </a:cubicBezTo>
                  <a:cubicBezTo>
                    <a:pt x="159" y="81315"/>
                    <a:pt x="185" y="81308"/>
                    <a:pt x="214" y="81299"/>
                  </a:cubicBezTo>
                  <a:cubicBezTo>
                    <a:pt x="2008" y="80255"/>
                    <a:pt x="3105" y="78408"/>
                    <a:pt x="3185" y="76347"/>
                  </a:cubicBezTo>
                  <a:cubicBezTo>
                    <a:pt x="5166" y="75330"/>
                    <a:pt x="6397" y="73296"/>
                    <a:pt x="6397" y="71047"/>
                  </a:cubicBezTo>
                  <a:cubicBezTo>
                    <a:pt x="6397" y="68826"/>
                    <a:pt x="5166" y="66792"/>
                    <a:pt x="3185" y="65748"/>
                  </a:cubicBezTo>
                  <a:cubicBezTo>
                    <a:pt x="3105" y="63767"/>
                    <a:pt x="2061" y="61974"/>
                    <a:pt x="375" y="60930"/>
                  </a:cubicBezTo>
                  <a:cubicBezTo>
                    <a:pt x="2061" y="59859"/>
                    <a:pt x="3105" y="58093"/>
                    <a:pt x="3185" y="56085"/>
                  </a:cubicBezTo>
                  <a:cubicBezTo>
                    <a:pt x="5166" y="55068"/>
                    <a:pt x="6397" y="53034"/>
                    <a:pt x="6397" y="50786"/>
                  </a:cubicBezTo>
                  <a:cubicBezTo>
                    <a:pt x="6397" y="48537"/>
                    <a:pt x="5166" y="46530"/>
                    <a:pt x="3185" y="45486"/>
                  </a:cubicBezTo>
                  <a:cubicBezTo>
                    <a:pt x="3159" y="43586"/>
                    <a:pt x="2088" y="41739"/>
                    <a:pt x="375" y="40668"/>
                  </a:cubicBezTo>
                  <a:cubicBezTo>
                    <a:pt x="1901" y="39705"/>
                    <a:pt x="3292" y="37885"/>
                    <a:pt x="3185" y="35824"/>
                  </a:cubicBezTo>
                  <a:cubicBezTo>
                    <a:pt x="5166" y="34780"/>
                    <a:pt x="6397" y="32772"/>
                    <a:pt x="6397" y="30524"/>
                  </a:cubicBezTo>
                  <a:cubicBezTo>
                    <a:pt x="6397" y="28276"/>
                    <a:pt x="5166" y="26268"/>
                    <a:pt x="3185" y="25225"/>
                  </a:cubicBezTo>
                  <a:cubicBezTo>
                    <a:pt x="3078" y="23244"/>
                    <a:pt x="2061" y="21451"/>
                    <a:pt x="375" y="20407"/>
                  </a:cubicBezTo>
                  <a:cubicBezTo>
                    <a:pt x="2088" y="19336"/>
                    <a:pt x="3185" y="17436"/>
                    <a:pt x="3185" y="15616"/>
                  </a:cubicBezTo>
                  <a:cubicBezTo>
                    <a:pt x="3185" y="15589"/>
                    <a:pt x="3185" y="15589"/>
                    <a:pt x="3185" y="15562"/>
                  </a:cubicBezTo>
                  <a:cubicBezTo>
                    <a:pt x="5166" y="14518"/>
                    <a:pt x="6397" y="12511"/>
                    <a:pt x="6397" y="10263"/>
                  </a:cubicBezTo>
                  <a:cubicBezTo>
                    <a:pt x="6397" y="8014"/>
                    <a:pt x="5166" y="6007"/>
                    <a:pt x="3185" y="4963"/>
                  </a:cubicBezTo>
                  <a:cubicBezTo>
                    <a:pt x="3185" y="3036"/>
                    <a:pt x="1981" y="1055"/>
                    <a:pt x="188" y="11"/>
                  </a:cubicBezTo>
                  <a:cubicBezTo>
                    <a:pt x="173" y="4"/>
                    <a:pt x="157" y="1"/>
                    <a:pt x="1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64"/>
            <p:cNvSpPr/>
            <p:nvPr/>
          </p:nvSpPr>
          <p:spPr>
            <a:xfrm>
              <a:off x="531875" y="2845375"/>
              <a:ext cx="160600" cy="2032675"/>
            </a:xfrm>
            <a:custGeom>
              <a:avLst/>
              <a:gdLst/>
              <a:ahLst/>
              <a:cxnLst/>
              <a:rect l="l" t="t" r="r" b="b"/>
              <a:pathLst>
                <a:path w="6424" h="81307" extrusionOk="0">
                  <a:moveTo>
                    <a:pt x="144" y="1"/>
                  </a:moveTo>
                  <a:cubicBezTo>
                    <a:pt x="103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0" y="244"/>
                  </a:cubicBezTo>
                  <a:cubicBezTo>
                    <a:pt x="1820" y="1234"/>
                    <a:pt x="2971" y="3162"/>
                    <a:pt x="2944" y="5035"/>
                  </a:cubicBezTo>
                  <a:cubicBezTo>
                    <a:pt x="2944" y="5089"/>
                    <a:pt x="2971" y="5142"/>
                    <a:pt x="2998" y="5142"/>
                  </a:cubicBezTo>
                  <a:cubicBezTo>
                    <a:pt x="4952" y="6133"/>
                    <a:pt x="6156" y="8086"/>
                    <a:pt x="6156" y="10254"/>
                  </a:cubicBezTo>
                  <a:cubicBezTo>
                    <a:pt x="6156" y="12422"/>
                    <a:pt x="4952" y="14376"/>
                    <a:pt x="2998" y="15367"/>
                  </a:cubicBezTo>
                  <a:cubicBezTo>
                    <a:pt x="2971" y="15393"/>
                    <a:pt x="2944" y="15447"/>
                    <a:pt x="2944" y="15474"/>
                  </a:cubicBezTo>
                  <a:cubicBezTo>
                    <a:pt x="2998" y="17321"/>
                    <a:pt x="1847" y="19248"/>
                    <a:pt x="107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0" y="20425"/>
                    <a:pt x="27" y="20479"/>
                    <a:pt x="80" y="20506"/>
                  </a:cubicBezTo>
                  <a:cubicBezTo>
                    <a:pt x="1793" y="21496"/>
                    <a:pt x="2864" y="23289"/>
                    <a:pt x="2944" y="25297"/>
                  </a:cubicBezTo>
                  <a:cubicBezTo>
                    <a:pt x="2944" y="25350"/>
                    <a:pt x="2971" y="25404"/>
                    <a:pt x="2998" y="25404"/>
                  </a:cubicBezTo>
                  <a:cubicBezTo>
                    <a:pt x="4952" y="26394"/>
                    <a:pt x="6156" y="28348"/>
                    <a:pt x="6156" y="30516"/>
                  </a:cubicBezTo>
                  <a:cubicBezTo>
                    <a:pt x="6156" y="32684"/>
                    <a:pt x="4952" y="34665"/>
                    <a:pt x="2998" y="35628"/>
                  </a:cubicBezTo>
                  <a:cubicBezTo>
                    <a:pt x="2971" y="35655"/>
                    <a:pt x="2944" y="35709"/>
                    <a:pt x="2944" y="35762"/>
                  </a:cubicBezTo>
                  <a:cubicBezTo>
                    <a:pt x="3105" y="37823"/>
                    <a:pt x="1633" y="39643"/>
                    <a:pt x="107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0" y="40767"/>
                  </a:cubicBezTo>
                  <a:cubicBezTo>
                    <a:pt x="1820" y="41784"/>
                    <a:pt x="2944" y="43631"/>
                    <a:pt x="2944" y="45532"/>
                  </a:cubicBezTo>
                  <a:lnTo>
                    <a:pt x="2944" y="45558"/>
                  </a:lnTo>
                  <a:cubicBezTo>
                    <a:pt x="2918" y="45612"/>
                    <a:pt x="2971" y="45665"/>
                    <a:pt x="2998" y="45692"/>
                  </a:cubicBezTo>
                  <a:cubicBezTo>
                    <a:pt x="4952" y="46656"/>
                    <a:pt x="6156" y="48610"/>
                    <a:pt x="6156" y="50778"/>
                  </a:cubicBezTo>
                  <a:cubicBezTo>
                    <a:pt x="6156" y="52972"/>
                    <a:pt x="4952" y="54926"/>
                    <a:pt x="2998" y="55890"/>
                  </a:cubicBezTo>
                  <a:cubicBezTo>
                    <a:pt x="2971" y="55917"/>
                    <a:pt x="2944" y="55970"/>
                    <a:pt x="2944" y="55997"/>
                  </a:cubicBezTo>
                  <a:cubicBezTo>
                    <a:pt x="2891" y="58004"/>
                    <a:pt x="1820" y="59798"/>
                    <a:pt x="107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0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873"/>
                    <a:pt x="2971" y="65927"/>
                    <a:pt x="2998" y="65954"/>
                  </a:cubicBezTo>
                  <a:cubicBezTo>
                    <a:pt x="4952" y="66917"/>
                    <a:pt x="6156" y="68871"/>
                    <a:pt x="6156" y="71066"/>
                  </a:cubicBezTo>
                  <a:cubicBezTo>
                    <a:pt x="6156" y="73234"/>
                    <a:pt x="4952" y="75188"/>
                    <a:pt x="2998" y="76151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59"/>
                    <a:pt x="80" y="81076"/>
                  </a:cubicBezTo>
                  <a:cubicBezTo>
                    <a:pt x="27" y="81103"/>
                    <a:pt x="0" y="81183"/>
                    <a:pt x="54" y="81237"/>
                  </a:cubicBezTo>
                  <a:cubicBezTo>
                    <a:pt x="71" y="81288"/>
                    <a:pt x="109" y="81306"/>
                    <a:pt x="149" y="81306"/>
                  </a:cubicBezTo>
                  <a:cubicBezTo>
                    <a:pt x="171" y="81306"/>
                    <a:pt x="195" y="81300"/>
                    <a:pt x="214" y="81290"/>
                  </a:cubicBezTo>
                  <a:cubicBezTo>
                    <a:pt x="2008" y="80247"/>
                    <a:pt x="3105" y="78400"/>
                    <a:pt x="3185" y="76366"/>
                  </a:cubicBezTo>
                  <a:cubicBezTo>
                    <a:pt x="5193" y="75322"/>
                    <a:pt x="6424" y="73288"/>
                    <a:pt x="6424" y="71066"/>
                  </a:cubicBezTo>
                  <a:cubicBezTo>
                    <a:pt x="6424" y="68818"/>
                    <a:pt x="5193" y="66783"/>
                    <a:pt x="3185" y="65766"/>
                  </a:cubicBezTo>
                  <a:cubicBezTo>
                    <a:pt x="3105" y="63759"/>
                    <a:pt x="2088" y="61992"/>
                    <a:pt x="402" y="60922"/>
                  </a:cubicBezTo>
                  <a:cubicBezTo>
                    <a:pt x="2088" y="59878"/>
                    <a:pt x="3105" y="58085"/>
                    <a:pt x="3185" y="56077"/>
                  </a:cubicBezTo>
                  <a:cubicBezTo>
                    <a:pt x="5193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85" y="43604"/>
                    <a:pt x="2088" y="41731"/>
                    <a:pt x="402" y="40660"/>
                  </a:cubicBezTo>
                  <a:cubicBezTo>
                    <a:pt x="1900" y="39697"/>
                    <a:pt x="3319" y="37877"/>
                    <a:pt x="3185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93" y="26260"/>
                    <a:pt x="3185" y="25216"/>
                  </a:cubicBezTo>
                  <a:cubicBezTo>
                    <a:pt x="3105" y="23236"/>
                    <a:pt x="2061" y="21442"/>
                    <a:pt x="402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581"/>
                    <a:pt x="3185" y="15581"/>
                    <a:pt x="3185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5" y="4955"/>
                  </a:cubicBezTo>
                  <a:cubicBezTo>
                    <a:pt x="3185" y="3028"/>
                    <a:pt x="2008" y="1047"/>
                    <a:pt x="214" y="30"/>
                  </a:cubicBezTo>
                  <a:cubicBezTo>
                    <a:pt x="194" y="10"/>
                    <a:pt x="169" y="1"/>
                    <a:pt x="1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64"/>
            <p:cNvSpPr/>
            <p:nvPr/>
          </p:nvSpPr>
          <p:spPr>
            <a:xfrm>
              <a:off x="378625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1" y="1"/>
                  </a:moveTo>
                  <a:cubicBezTo>
                    <a:pt x="95" y="1"/>
                    <a:pt x="47" y="26"/>
                    <a:pt x="28" y="65"/>
                  </a:cubicBezTo>
                  <a:cubicBezTo>
                    <a:pt x="1" y="92"/>
                    <a:pt x="1" y="118"/>
                    <a:pt x="1" y="118"/>
                  </a:cubicBezTo>
                  <a:cubicBezTo>
                    <a:pt x="1" y="172"/>
                    <a:pt x="28" y="225"/>
                    <a:pt x="54" y="225"/>
                  </a:cubicBezTo>
                  <a:cubicBezTo>
                    <a:pt x="1794" y="1243"/>
                    <a:pt x="2918" y="3116"/>
                    <a:pt x="2918" y="4963"/>
                  </a:cubicBezTo>
                  <a:cubicBezTo>
                    <a:pt x="2918" y="4990"/>
                    <a:pt x="2918" y="5017"/>
                    <a:pt x="2918" y="5043"/>
                  </a:cubicBezTo>
                  <a:cubicBezTo>
                    <a:pt x="2918" y="5070"/>
                    <a:pt x="2945" y="5124"/>
                    <a:pt x="2999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9" y="15375"/>
                  </a:cubicBezTo>
                  <a:cubicBezTo>
                    <a:pt x="2945" y="15402"/>
                    <a:pt x="2918" y="15428"/>
                    <a:pt x="2918" y="15482"/>
                  </a:cubicBezTo>
                  <a:cubicBezTo>
                    <a:pt x="2972" y="17329"/>
                    <a:pt x="1848" y="19256"/>
                    <a:pt x="81" y="20273"/>
                  </a:cubicBezTo>
                  <a:cubicBezTo>
                    <a:pt x="54" y="20300"/>
                    <a:pt x="28" y="20326"/>
                    <a:pt x="1" y="20353"/>
                  </a:cubicBezTo>
                  <a:cubicBezTo>
                    <a:pt x="1" y="20407"/>
                    <a:pt x="28" y="20487"/>
                    <a:pt x="54" y="20514"/>
                  </a:cubicBezTo>
                  <a:cubicBezTo>
                    <a:pt x="1794" y="21504"/>
                    <a:pt x="2865" y="23297"/>
                    <a:pt x="2918" y="25305"/>
                  </a:cubicBezTo>
                  <a:cubicBezTo>
                    <a:pt x="2918" y="25358"/>
                    <a:pt x="2945" y="25412"/>
                    <a:pt x="2999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9" y="35636"/>
                  </a:cubicBezTo>
                  <a:cubicBezTo>
                    <a:pt x="2945" y="35663"/>
                    <a:pt x="2918" y="35717"/>
                    <a:pt x="2918" y="35770"/>
                  </a:cubicBezTo>
                  <a:cubicBezTo>
                    <a:pt x="3079" y="37831"/>
                    <a:pt x="1607" y="39651"/>
                    <a:pt x="81" y="40535"/>
                  </a:cubicBezTo>
                  <a:cubicBezTo>
                    <a:pt x="54" y="40561"/>
                    <a:pt x="28" y="40588"/>
                    <a:pt x="1" y="40615"/>
                  </a:cubicBezTo>
                  <a:cubicBezTo>
                    <a:pt x="1" y="40668"/>
                    <a:pt x="28" y="40749"/>
                    <a:pt x="54" y="40775"/>
                  </a:cubicBezTo>
                  <a:cubicBezTo>
                    <a:pt x="1794" y="41766"/>
                    <a:pt x="2918" y="43639"/>
                    <a:pt x="2918" y="45540"/>
                  </a:cubicBezTo>
                  <a:cubicBezTo>
                    <a:pt x="2918" y="45540"/>
                    <a:pt x="2918" y="45566"/>
                    <a:pt x="2918" y="45566"/>
                  </a:cubicBezTo>
                  <a:cubicBezTo>
                    <a:pt x="2918" y="45620"/>
                    <a:pt x="2945" y="45674"/>
                    <a:pt x="2999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9" y="55898"/>
                  </a:cubicBezTo>
                  <a:cubicBezTo>
                    <a:pt x="2945" y="55925"/>
                    <a:pt x="2918" y="55952"/>
                    <a:pt x="2918" y="56005"/>
                  </a:cubicBezTo>
                  <a:cubicBezTo>
                    <a:pt x="2865" y="58012"/>
                    <a:pt x="1821" y="59806"/>
                    <a:pt x="81" y="60796"/>
                  </a:cubicBezTo>
                  <a:cubicBezTo>
                    <a:pt x="54" y="60823"/>
                    <a:pt x="28" y="60850"/>
                    <a:pt x="1" y="60903"/>
                  </a:cubicBezTo>
                  <a:cubicBezTo>
                    <a:pt x="1" y="60957"/>
                    <a:pt x="28" y="61010"/>
                    <a:pt x="54" y="61037"/>
                  </a:cubicBezTo>
                  <a:cubicBezTo>
                    <a:pt x="1794" y="62054"/>
                    <a:pt x="2865" y="63847"/>
                    <a:pt x="2918" y="65828"/>
                  </a:cubicBezTo>
                  <a:cubicBezTo>
                    <a:pt x="2918" y="65882"/>
                    <a:pt x="2945" y="65935"/>
                    <a:pt x="2999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9" y="76160"/>
                  </a:cubicBezTo>
                  <a:cubicBezTo>
                    <a:pt x="2945" y="76186"/>
                    <a:pt x="2918" y="76240"/>
                    <a:pt x="2918" y="76267"/>
                  </a:cubicBezTo>
                  <a:cubicBezTo>
                    <a:pt x="2865" y="78274"/>
                    <a:pt x="1821" y="80067"/>
                    <a:pt x="81" y="81084"/>
                  </a:cubicBezTo>
                  <a:cubicBezTo>
                    <a:pt x="1" y="81111"/>
                    <a:pt x="1" y="81191"/>
                    <a:pt x="28" y="81245"/>
                  </a:cubicBezTo>
                  <a:cubicBezTo>
                    <a:pt x="45" y="81296"/>
                    <a:pt x="83" y="81315"/>
                    <a:pt x="123" y="81315"/>
                  </a:cubicBezTo>
                  <a:cubicBezTo>
                    <a:pt x="145" y="81315"/>
                    <a:pt x="169" y="81308"/>
                    <a:pt x="188" y="81299"/>
                  </a:cubicBezTo>
                  <a:cubicBezTo>
                    <a:pt x="1981" y="80255"/>
                    <a:pt x="3106" y="78408"/>
                    <a:pt x="3159" y="76347"/>
                  </a:cubicBezTo>
                  <a:cubicBezTo>
                    <a:pt x="5167" y="75330"/>
                    <a:pt x="6398" y="73296"/>
                    <a:pt x="6398" y="71047"/>
                  </a:cubicBezTo>
                  <a:cubicBezTo>
                    <a:pt x="6398" y="68826"/>
                    <a:pt x="5167" y="66792"/>
                    <a:pt x="3159" y="65748"/>
                  </a:cubicBezTo>
                  <a:cubicBezTo>
                    <a:pt x="3106" y="63767"/>
                    <a:pt x="2062" y="61974"/>
                    <a:pt x="376" y="60930"/>
                  </a:cubicBezTo>
                  <a:cubicBezTo>
                    <a:pt x="2062" y="59859"/>
                    <a:pt x="3106" y="58093"/>
                    <a:pt x="3159" y="56085"/>
                  </a:cubicBezTo>
                  <a:cubicBezTo>
                    <a:pt x="5167" y="55068"/>
                    <a:pt x="6398" y="53034"/>
                    <a:pt x="6398" y="50786"/>
                  </a:cubicBezTo>
                  <a:cubicBezTo>
                    <a:pt x="6398" y="48537"/>
                    <a:pt x="5167" y="46530"/>
                    <a:pt x="3159" y="45486"/>
                  </a:cubicBezTo>
                  <a:cubicBezTo>
                    <a:pt x="3159" y="43586"/>
                    <a:pt x="2062" y="41739"/>
                    <a:pt x="376" y="40668"/>
                  </a:cubicBezTo>
                  <a:cubicBezTo>
                    <a:pt x="1901" y="39705"/>
                    <a:pt x="3293" y="37885"/>
                    <a:pt x="3186" y="35824"/>
                  </a:cubicBezTo>
                  <a:cubicBezTo>
                    <a:pt x="5167" y="34780"/>
                    <a:pt x="6398" y="32772"/>
                    <a:pt x="6398" y="30524"/>
                  </a:cubicBezTo>
                  <a:cubicBezTo>
                    <a:pt x="6398" y="28276"/>
                    <a:pt x="5167" y="26268"/>
                    <a:pt x="3159" y="25225"/>
                  </a:cubicBezTo>
                  <a:cubicBezTo>
                    <a:pt x="3079" y="23244"/>
                    <a:pt x="2035" y="21451"/>
                    <a:pt x="376" y="20407"/>
                  </a:cubicBezTo>
                  <a:cubicBezTo>
                    <a:pt x="2062" y="19336"/>
                    <a:pt x="3186" y="17436"/>
                    <a:pt x="3186" y="15616"/>
                  </a:cubicBezTo>
                  <a:cubicBezTo>
                    <a:pt x="3186" y="15589"/>
                    <a:pt x="3186" y="15589"/>
                    <a:pt x="3186" y="15562"/>
                  </a:cubicBezTo>
                  <a:cubicBezTo>
                    <a:pt x="5167" y="14518"/>
                    <a:pt x="6398" y="12511"/>
                    <a:pt x="6398" y="10263"/>
                  </a:cubicBezTo>
                  <a:cubicBezTo>
                    <a:pt x="6398" y="8014"/>
                    <a:pt x="5167" y="6007"/>
                    <a:pt x="3186" y="4963"/>
                  </a:cubicBezTo>
                  <a:cubicBezTo>
                    <a:pt x="3186" y="3036"/>
                    <a:pt x="1981" y="1055"/>
                    <a:pt x="188" y="11"/>
                  </a:cubicBezTo>
                  <a:cubicBezTo>
                    <a:pt x="174" y="4"/>
                    <a:pt x="158" y="1"/>
                    <a:pt x="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64"/>
            <p:cNvSpPr/>
            <p:nvPr/>
          </p:nvSpPr>
          <p:spPr>
            <a:xfrm>
              <a:off x="224725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26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1" y="110"/>
                    <a:pt x="1" y="137"/>
                  </a:cubicBezTo>
                  <a:cubicBezTo>
                    <a:pt x="1" y="164"/>
                    <a:pt x="27" y="217"/>
                    <a:pt x="81" y="244"/>
                  </a:cubicBezTo>
                  <a:cubicBezTo>
                    <a:pt x="1821" y="1234"/>
                    <a:pt x="2972" y="3162"/>
                    <a:pt x="2918" y="5035"/>
                  </a:cubicBezTo>
                  <a:cubicBezTo>
                    <a:pt x="2945" y="5089"/>
                    <a:pt x="2945" y="5142"/>
                    <a:pt x="2998" y="5142"/>
                  </a:cubicBezTo>
                  <a:cubicBezTo>
                    <a:pt x="4952" y="6133"/>
                    <a:pt x="6157" y="8086"/>
                    <a:pt x="6157" y="10254"/>
                  </a:cubicBezTo>
                  <a:cubicBezTo>
                    <a:pt x="6157" y="12422"/>
                    <a:pt x="4952" y="14376"/>
                    <a:pt x="2998" y="15367"/>
                  </a:cubicBezTo>
                  <a:cubicBezTo>
                    <a:pt x="2945" y="15393"/>
                    <a:pt x="2918" y="15447"/>
                    <a:pt x="2918" y="15474"/>
                  </a:cubicBezTo>
                  <a:cubicBezTo>
                    <a:pt x="2972" y="17321"/>
                    <a:pt x="1848" y="19248"/>
                    <a:pt x="108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289"/>
                    <a:pt x="2918" y="25297"/>
                  </a:cubicBezTo>
                  <a:cubicBezTo>
                    <a:pt x="2945" y="25350"/>
                    <a:pt x="2972" y="25404"/>
                    <a:pt x="2998" y="25404"/>
                  </a:cubicBezTo>
                  <a:cubicBezTo>
                    <a:pt x="4952" y="26394"/>
                    <a:pt x="6157" y="28348"/>
                    <a:pt x="6157" y="30516"/>
                  </a:cubicBezTo>
                  <a:cubicBezTo>
                    <a:pt x="6157" y="32684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106" y="37823"/>
                    <a:pt x="1633" y="39643"/>
                    <a:pt x="108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18" y="43631"/>
                    <a:pt x="2918" y="45532"/>
                  </a:cubicBezTo>
                  <a:cubicBezTo>
                    <a:pt x="2918" y="45558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52" y="46656"/>
                    <a:pt x="6157" y="48610"/>
                    <a:pt x="6157" y="50778"/>
                  </a:cubicBezTo>
                  <a:cubicBezTo>
                    <a:pt x="6157" y="52972"/>
                    <a:pt x="4952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52" y="66917"/>
                    <a:pt x="6157" y="68871"/>
                    <a:pt x="6157" y="71066"/>
                  </a:cubicBezTo>
                  <a:cubicBezTo>
                    <a:pt x="6157" y="73234"/>
                    <a:pt x="4952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7" y="81103"/>
                    <a:pt x="1" y="81183"/>
                    <a:pt x="27" y="81237"/>
                  </a:cubicBezTo>
                  <a:cubicBezTo>
                    <a:pt x="61" y="81288"/>
                    <a:pt x="95" y="81306"/>
                    <a:pt x="136" y="81306"/>
                  </a:cubicBezTo>
                  <a:cubicBezTo>
                    <a:pt x="160" y="81306"/>
                    <a:pt x="185" y="81300"/>
                    <a:pt x="215" y="81290"/>
                  </a:cubicBezTo>
                  <a:cubicBezTo>
                    <a:pt x="2008" y="80247"/>
                    <a:pt x="3106" y="78400"/>
                    <a:pt x="3186" y="76366"/>
                  </a:cubicBezTo>
                  <a:cubicBezTo>
                    <a:pt x="5166" y="75322"/>
                    <a:pt x="6398" y="73288"/>
                    <a:pt x="6398" y="71066"/>
                  </a:cubicBezTo>
                  <a:cubicBezTo>
                    <a:pt x="6398" y="68818"/>
                    <a:pt x="5166" y="66783"/>
                    <a:pt x="3186" y="65766"/>
                  </a:cubicBezTo>
                  <a:cubicBezTo>
                    <a:pt x="3106" y="63759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077"/>
                  </a:cubicBezTo>
                  <a:cubicBezTo>
                    <a:pt x="5166" y="55060"/>
                    <a:pt x="6398" y="53026"/>
                    <a:pt x="6398" y="50778"/>
                  </a:cubicBezTo>
                  <a:cubicBezTo>
                    <a:pt x="6398" y="48556"/>
                    <a:pt x="5166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293" y="37877"/>
                    <a:pt x="3186" y="35816"/>
                  </a:cubicBezTo>
                  <a:cubicBezTo>
                    <a:pt x="5166" y="34799"/>
                    <a:pt x="6398" y="32764"/>
                    <a:pt x="6398" y="30516"/>
                  </a:cubicBezTo>
                  <a:cubicBezTo>
                    <a:pt x="6398" y="28268"/>
                    <a:pt x="5166" y="26260"/>
                    <a:pt x="3186" y="25216"/>
                  </a:cubicBezTo>
                  <a:cubicBezTo>
                    <a:pt x="3079" y="23236"/>
                    <a:pt x="2062" y="21442"/>
                    <a:pt x="375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581"/>
                    <a:pt x="3186" y="15581"/>
                    <a:pt x="3186" y="15554"/>
                  </a:cubicBezTo>
                  <a:cubicBezTo>
                    <a:pt x="5166" y="14510"/>
                    <a:pt x="6398" y="12503"/>
                    <a:pt x="6398" y="10254"/>
                  </a:cubicBezTo>
                  <a:cubicBezTo>
                    <a:pt x="6398" y="8006"/>
                    <a:pt x="5166" y="5999"/>
                    <a:pt x="3186" y="4955"/>
                  </a:cubicBezTo>
                  <a:cubicBezTo>
                    <a:pt x="3186" y="3028"/>
                    <a:pt x="1981" y="1047"/>
                    <a:pt x="215" y="30"/>
                  </a:cubicBezTo>
                  <a:cubicBezTo>
                    <a:pt x="184" y="10"/>
                    <a:pt x="153" y="1"/>
                    <a:pt x="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15" name="Google Shape;1615;p64"/>
          <p:cNvSpPr/>
          <p:nvPr/>
        </p:nvSpPr>
        <p:spPr>
          <a:xfrm rot="-3415034" flipH="1">
            <a:off x="5349941" y="647072"/>
            <a:ext cx="4814608" cy="4095305"/>
          </a:xfrm>
          <a:custGeom>
            <a:avLst/>
            <a:gdLst/>
            <a:ahLst/>
            <a:cxnLst/>
            <a:rect l="l" t="t" r="r" b="b"/>
            <a:pathLst>
              <a:path w="61178" h="52038" extrusionOk="0">
                <a:moveTo>
                  <a:pt x="4170" y="12043"/>
                </a:moveTo>
                <a:cubicBezTo>
                  <a:pt x="7339" y="7239"/>
                  <a:pt x="14177" y="1"/>
                  <a:pt x="24184" y="5571"/>
                </a:cubicBezTo>
                <a:cubicBezTo>
                  <a:pt x="34191" y="11142"/>
                  <a:pt x="29988" y="17146"/>
                  <a:pt x="34024" y="21249"/>
                </a:cubicBezTo>
                <a:cubicBezTo>
                  <a:pt x="38061" y="25319"/>
                  <a:pt x="43198" y="25586"/>
                  <a:pt x="51103" y="27253"/>
                </a:cubicBezTo>
                <a:cubicBezTo>
                  <a:pt x="58976" y="28921"/>
                  <a:pt x="61177" y="36093"/>
                  <a:pt x="54472" y="41664"/>
                </a:cubicBezTo>
                <a:cubicBezTo>
                  <a:pt x="47801" y="47268"/>
                  <a:pt x="33758" y="52038"/>
                  <a:pt x="26819" y="46467"/>
                </a:cubicBezTo>
                <a:cubicBezTo>
                  <a:pt x="19848" y="40930"/>
                  <a:pt x="11108" y="34826"/>
                  <a:pt x="5537" y="31590"/>
                </a:cubicBezTo>
                <a:cubicBezTo>
                  <a:pt x="0" y="28388"/>
                  <a:pt x="967" y="16879"/>
                  <a:pt x="4170" y="12043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6" name="Google Shape;1616;p64"/>
          <p:cNvSpPr/>
          <p:nvPr/>
        </p:nvSpPr>
        <p:spPr>
          <a:xfrm rot="1379372">
            <a:off x="5149944" y="2281365"/>
            <a:ext cx="1343009" cy="1754062"/>
          </a:xfrm>
          <a:custGeom>
            <a:avLst/>
            <a:gdLst/>
            <a:ahLst/>
            <a:cxnLst/>
            <a:rect l="l" t="t" r="r" b="b"/>
            <a:pathLst>
              <a:path w="17277" h="22564" extrusionOk="0">
                <a:moveTo>
                  <a:pt x="9074" y="0"/>
                </a:moveTo>
                <a:cubicBezTo>
                  <a:pt x="8555" y="0"/>
                  <a:pt x="8010" y="60"/>
                  <a:pt x="7441" y="188"/>
                </a:cubicBezTo>
                <a:cubicBezTo>
                  <a:pt x="2543" y="1285"/>
                  <a:pt x="1" y="6692"/>
                  <a:pt x="54" y="12607"/>
                </a:cubicBezTo>
                <a:cubicBezTo>
                  <a:pt x="134" y="18683"/>
                  <a:pt x="3989" y="22189"/>
                  <a:pt x="8592" y="22564"/>
                </a:cubicBezTo>
                <a:cubicBezTo>
                  <a:pt x="14641" y="22082"/>
                  <a:pt x="16354" y="18388"/>
                  <a:pt x="16836" y="12312"/>
                </a:cubicBezTo>
                <a:cubicBezTo>
                  <a:pt x="17276" y="6737"/>
                  <a:pt x="14567" y="0"/>
                  <a:pt x="907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7" name="Google Shape;1617;p64"/>
          <p:cNvSpPr/>
          <p:nvPr/>
        </p:nvSpPr>
        <p:spPr>
          <a:xfrm>
            <a:off x="-767475" y="502200"/>
            <a:ext cx="2264661" cy="1997587"/>
          </a:xfrm>
          <a:custGeom>
            <a:avLst/>
            <a:gdLst/>
            <a:ahLst/>
            <a:cxnLst/>
            <a:rect l="l" t="t" r="r" b="b"/>
            <a:pathLst>
              <a:path w="13679" h="12066" extrusionOk="0">
                <a:moveTo>
                  <a:pt x="7541" y="1"/>
                </a:moveTo>
                <a:cubicBezTo>
                  <a:pt x="7109" y="1"/>
                  <a:pt x="6648" y="24"/>
                  <a:pt x="6157" y="68"/>
                </a:cubicBezTo>
                <a:cubicBezTo>
                  <a:pt x="1981" y="443"/>
                  <a:pt x="28" y="3173"/>
                  <a:pt x="1" y="6385"/>
                </a:cubicBezTo>
                <a:cubicBezTo>
                  <a:pt x="598" y="10109"/>
                  <a:pt x="2003" y="12066"/>
                  <a:pt x="5300" y="12066"/>
                </a:cubicBezTo>
                <a:cubicBezTo>
                  <a:pt x="5700" y="12066"/>
                  <a:pt x="6128" y="12037"/>
                  <a:pt x="6585" y="11979"/>
                </a:cubicBezTo>
                <a:cubicBezTo>
                  <a:pt x="10680" y="11470"/>
                  <a:pt x="13678" y="9516"/>
                  <a:pt x="12822" y="4297"/>
                </a:cubicBezTo>
                <a:cubicBezTo>
                  <a:pt x="12326" y="1256"/>
                  <a:pt x="10731" y="1"/>
                  <a:pt x="754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44250" y="445025"/>
            <a:ext cx="8055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Hammersmith One"/>
              <a:buNone/>
              <a:defRPr sz="3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Hammersmith One"/>
              <a:buNone/>
              <a:defRPr sz="3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Hammersmith One"/>
              <a:buNone/>
              <a:defRPr sz="3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Hammersmith One"/>
              <a:buNone/>
              <a:defRPr sz="3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Hammersmith One"/>
              <a:buNone/>
              <a:defRPr sz="3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Hammersmith One"/>
              <a:buNone/>
              <a:defRPr sz="3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Hammersmith One"/>
              <a:buNone/>
              <a:defRPr sz="3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Hammersmith One"/>
              <a:buNone/>
              <a:defRPr sz="3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Hammersmith One"/>
              <a:buNone/>
              <a:defRPr sz="3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44250" y="1152475"/>
            <a:ext cx="8055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Manjari"/>
              <a:buChar char="●"/>
              <a:defRPr sz="1800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Char char="○"/>
              <a:defRPr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Char char="■"/>
              <a:defRPr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Char char="●"/>
              <a:defRPr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Char char="○"/>
              <a:defRPr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Char char="■"/>
              <a:defRPr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Char char="●"/>
              <a:defRPr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Char char="○"/>
              <a:defRPr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Char char="■"/>
              <a:defRPr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8" r:id="rId2"/>
    <p:sldLayoutId id="2147483659" r:id="rId3"/>
    <p:sldLayoutId id="2147483666" r:id="rId4"/>
    <p:sldLayoutId id="2147483668" r:id="rId5"/>
    <p:sldLayoutId id="2147483671" r:id="rId6"/>
    <p:sldLayoutId id="2147483684" r:id="rId7"/>
    <p:sldLayoutId id="2147483710" r:id="rId8"/>
  </p:sldLayoutIdLst>
  <p:transition spd="slow">
    <p:fade thruBlk="1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1" name="Google Shape;2001;p81"/>
          <p:cNvSpPr txBox="1">
            <a:spLocks noGrp="1"/>
          </p:cNvSpPr>
          <p:nvPr>
            <p:ph type="ctrTitle"/>
          </p:nvPr>
        </p:nvSpPr>
        <p:spPr>
          <a:xfrm>
            <a:off x="1173628" y="1694575"/>
            <a:ext cx="6577800" cy="117060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solidFill>
                  <a:schemeClr val="accent2"/>
                </a:solidFill>
              </a:rPr>
              <a:t>Gramofon</a:t>
            </a:r>
            <a:r>
              <a:rPr lang="en-US" dirty="0">
                <a:solidFill>
                  <a:schemeClr val="accent2"/>
                </a:solidFill>
              </a:rPr>
              <a:t> 1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2002" name="Google Shape;2002;p81"/>
          <p:cNvSpPr txBox="1">
            <a:spLocks noGrp="1"/>
          </p:cNvSpPr>
          <p:nvPr>
            <p:ph type="subTitle" idx="1"/>
          </p:nvPr>
        </p:nvSpPr>
        <p:spPr>
          <a:xfrm>
            <a:off x="1819995" y="3453347"/>
            <a:ext cx="1896328" cy="5985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buClr>
                <a:schemeClr val="dk1"/>
              </a:buClr>
              <a:buSzPts val="1100"/>
            </a:pPr>
            <a:r>
              <a:rPr lang="sr-Latn-RS" dirty="0" smtClean="0"/>
              <a:t>Mihailo Bošnjak</a:t>
            </a:r>
            <a:r>
              <a:rPr lang="sr-Latn-RS" dirty="0"/>
              <a:t/>
            </a:r>
            <a:br>
              <a:rPr lang="sr-Latn-RS" dirty="0"/>
            </a:br>
            <a:r>
              <a:rPr lang="sr-Latn-RS" dirty="0"/>
              <a:t>RA</a:t>
            </a:r>
            <a:r>
              <a:rPr lang="en-US" dirty="0"/>
              <a:t> </a:t>
            </a:r>
            <a:r>
              <a:rPr lang="sr-Latn-RS" dirty="0" smtClean="0"/>
              <a:t>168</a:t>
            </a:r>
            <a:r>
              <a:rPr lang="en-US" dirty="0" smtClean="0"/>
              <a:t>/</a:t>
            </a:r>
            <a:r>
              <a:rPr lang="sr-Latn-RS" dirty="0" smtClean="0"/>
              <a:t>2021</a:t>
            </a:r>
            <a:endParaRPr dirty="0"/>
          </a:p>
        </p:txBody>
      </p:sp>
      <p:sp>
        <p:nvSpPr>
          <p:cNvPr id="4" name="Google Shape;2002;p81"/>
          <p:cNvSpPr txBox="1">
            <a:spLocks/>
          </p:cNvSpPr>
          <p:nvPr/>
        </p:nvSpPr>
        <p:spPr>
          <a:xfrm>
            <a:off x="4757539" y="3047939"/>
            <a:ext cx="2767386" cy="1607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anjari"/>
              <a:buNone/>
              <a:defRPr sz="1500" b="0" i="0" u="none" strike="noStrike" cap="none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anjari"/>
              <a:buNone/>
              <a:defRPr sz="2800" b="0" i="0" u="none" strike="noStrike" cap="none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anjari"/>
              <a:buNone/>
              <a:defRPr sz="2800" b="0" i="0" u="none" strike="noStrike" cap="none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anjari"/>
              <a:buNone/>
              <a:defRPr sz="2800" b="0" i="0" u="none" strike="noStrike" cap="none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anjari"/>
              <a:buNone/>
              <a:defRPr sz="2800" b="0" i="0" u="none" strike="noStrike" cap="none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anjari"/>
              <a:buNone/>
              <a:defRPr sz="2800" b="0" i="0" u="none" strike="noStrike" cap="none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anjari"/>
              <a:buNone/>
              <a:defRPr sz="2800" b="0" i="0" u="none" strike="noStrike" cap="none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anjari"/>
              <a:buNone/>
              <a:defRPr sz="2800" b="0" i="0" u="none" strike="noStrike" cap="none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anjari"/>
              <a:buNone/>
              <a:defRPr sz="2800" b="0" i="0" u="none" strike="noStrike" cap="none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9pPr>
          </a:lstStyle>
          <a:p>
            <a:pPr marL="0" indent="0" algn="r"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err="1"/>
              <a:t>Profesori</a:t>
            </a:r>
            <a:r>
              <a:rPr lang="en-US" dirty="0"/>
              <a:t>:  </a:t>
            </a:r>
            <a:endParaRPr lang="sr-Latn-RS" dirty="0"/>
          </a:p>
          <a:p>
            <a:pPr marL="0" indent="0" algn="r"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err="1"/>
              <a:t>Darko</a:t>
            </a:r>
            <a:r>
              <a:rPr lang="en-US" dirty="0"/>
              <a:t> </a:t>
            </a:r>
            <a:r>
              <a:rPr lang="en-US" dirty="0" err="1"/>
              <a:t>Stani</a:t>
            </a:r>
            <a:r>
              <a:rPr lang="sr-Latn-RS" dirty="0"/>
              <a:t>šić</a:t>
            </a:r>
            <a:br>
              <a:rPr lang="sr-Latn-RS" dirty="0"/>
            </a:br>
            <a:r>
              <a:rPr lang="sr-Latn-RS" dirty="0"/>
              <a:t>                Vojin Ilić</a:t>
            </a:r>
          </a:p>
          <a:p>
            <a:pPr marL="0" indent="0" algn="r">
              <a:buClr>
                <a:schemeClr val="dk1"/>
              </a:buClr>
              <a:buSzPts val="1100"/>
              <a:buFont typeface="Arial"/>
              <a:buNone/>
            </a:pPr>
            <a:endParaRPr lang="sr-Latn-RS" dirty="0"/>
          </a:p>
          <a:p>
            <a:pPr marL="0" indent="0" algn="r">
              <a:buClr>
                <a:schemeClr val="dk1"/>
              </a:buClr>
              <a:buSzPts val="1100"/>
              <a:buFont typeface="Arial"/>
              <a:buNone/>
            </a:pPr>
            <a:r>
              <a:rPr lang="sr-Latn-RS" dirty="0"/>
              <a:t>Asistent:</a:t>
            </a:r>
          </a:p>
          <a:p>
            <a:pPr marL="0" indent="0" algn="r">
              <a:buClr>
                <a:schemeClr val="dk1"/>
              </a:buClr>
              <a:buSzPts val="1100"/>
              <a:buFont typeface="Arial"/>
              <a:buNone/>
            </a:pPr>
            <a:r>
              <a:rPr lang="sr-Latn-RS" dirty="0"/>
              <a:t>  </a:t>
            </a:r>
            <a:r>
              <a:rPr lang="sr-Latn-RS" dirty="0" smtClean="0"/>
              <a:t>Sava Njegovan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2616510" y="1386798"/>
            <a:ext cx="36920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dirty="0">
                <a:solidFill>
                  <a:schemeClr val="accent2"/>
                </a:solidFill>
                <a:latin typeface="Hammersmith One" panose="020B0604020202020204" charset="-18"/>
              </a:rPr>
              <a:t>MIKROPROCESORSKI UPRAVLJAČKI UREĐAJI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3" name="Google Shape;2073;p88"/>
          <p:cNvSpPr txBox="1">
            <a:spLocks noGrp="1"/>
          </p:cNvSpPr>
          <p:nvPr>
            <p:ph type="title"/>
          </p:nvPr>
        </p:nvSpPr>
        <p:spPr>
          <a:xfrm>
            <a:off x="1569447" y="578840"/>
            <a:ext cx="6005100" cy="101232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Zadatak</a:t>
            </a:r>
            <a:endParaRPr dirty="0"/>
          </a:p>
        </p:txBody>
      </p:sp>
      <p:sp>
        <p:nvSpPr>
          <p:cNvPr id="2074" name="Google Shape;2074;p88"/>
          <p:cNvSpPr txBox="1">
            <a:spLocks noGrp="1"/>
          </p:cNvSpPr>
          <p:nvPr>
            <p:ph type="subTitle" idx="1"/>
          </p:nvPr>
        </p:nvSpPr>
        <p:spPr>
          <a:xfrm>
            <a:off x="1249136" y="1591164"/>
            <a:ext cx="6596743" cy="26624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sr-Latn-RS" sz="1500" dirty="0"/>
              <a:t>Implemetirati program za upravljanje maketom gramofona.</a:t>
            </a:r>
            <a:r>
              <a:rPr lang="en-US" sz="1500" dirty="0"/>
              <a:t> </a:t>
            </a:r>
            <a:r>
              <a:rPr lang="sr-Latn-RS" sz="1500" dirty="0"/>
              <a:t>Uređaj može da radi u dva moda: </a:t>
            </a:r>
            <a:r>
              <a:rPr lang="en-US" sz="1500" dirty="0"/>
              <a:t/>
            </a:r>
            <a:br>
              <a:rPr lang="en-US" sz="1500" dirty="0"/>
            </a:br>
            <a:r>
              <a:rPr lang="sr-Latn-RS" sz="1500" dirty="0"/>
              <a:t>1) </a:t>
            </a:r>
            <a:r>
              <a:rPr lang="sr-Latn-RS" sz="1500" b="1" i="1" dirty="0"/>
              <a:t>Brojanje nitni </a:t>
            </a:r>
            <a:r>
              <a:rPr lang="sr-Latn-RS" sz="1500" dirty="0"/>
              <a:t>– Uređaj se startuje i svaki put kad detektuje krug motora na displeju ispiše broj nitni na gramofonu kao i vreme za koje napravi pun krug. </a:t>
            </a:r>
            <a:r>
              <a:rPr lang="en-US" sz="1500" dirty="0"/>
              <a:t/>
            </a:r>
            <a:br>
              <a:rPr lang="en-US" sz="1500" dirty="0"/>
            </a:br>
            <a:r>
              <a:rPr lang="sr-Latn-RS" sz="1500" dirty="0"/>
              <a:t>2) </a:t>
            </a:r>
            <a:r>
              <a:rPr lang="sr-Latn-RS" sz="1500" b="1" i="1" dirty="0"/>
              <a:t>Pomeranje gramofona za određen broj nitni </a:t>
            </a:r>
            <a:r>
              <a:rPr lang="sr-Latn-RS" sz="1500" dirty="0"/>
              <a:t>– Uređaju se pošalje komanda da se pomeri za određeni broj nitni. Na displeju ispisati vreme za koje se gramofon pomerao.</a:t>
            </a:r>
            <a:endParaRPr lang="en-US" sz="1500" dirty="0"/>
          </a:p>
          <a:p>
            <a:pPr marL="0" lvl="0" indent="0" algn="l">
              <a:spcAft>
                <a:spcPts val="1200"/>
              </a:spcAft>
            </a:pPr>
            <a:r>
              <a:rPr lang="sr-Latn-RS" sz="1500" dirty="0"/>
              <a:t>Na displeju ispisati u prvom redu status gramofona a u drugom odgovarajuće parametre. </a:t>
            </a:r>
            <a:endParaRPr sz="1500" dirty="0"/>
          </a:p>
        </p:txBody>
      </p:sp>
      <p:sp>
        <p:nvSpPr>
          <p:cNvPr id="2075" name="Google Shape;2075;p88"/>
          <p:cNvSpPr/>
          <p:nvPr/>
        </p:nvSpPr>
        <p:spPr>
          <a:xfrm>
            <a:off x="3881686" y="4350002"/>
            <a:ext cx="1380619" cy="52850"/>
          </a:xfrm>
          <a:custGeom>
            <a:avLst/>
            <a:gdLst/>
            <a:ahLst/>
            <a:cxnLst/>
            <a:rect l="l" t="t" r="r" b="b"/>
            <a:pathLst>
              <a:path w="17505" h="670" extrusionOk="0">
                <a:moveTo>
                  <a:pt x="0" y="0"/>
                </a:moveTo>
                <a:lnTo>
                  <a:pt x="0" y="669"/>
                </a:lnTo>
                <a:lnTo>
                  <a:pt x="17505" y="669"/>
                </a:lnTo>
                <a:lnTo>
                  <a:pt x="1750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943;p141">
            <a:hlinkClick r:id="rId3" action="ppaction://hlinksldjump"/>
            <a:extLst>
              <a:ext uri="{FF2B5EF4-FFF2-40B4-BE49-F238E27FC236}">
                <a16:creationId xmlns="" xmlns:a16="http://schemas.microsoft.com/office/drawing/2014/main" id="{1D79352A-A47F-357D-B50D-34E17D67A632}"/>
              </a:ext>
            </a:extLst>
          </p:cNvPr>
          <p:cNvSpPr/>
          <p:nvPr/>
        </p:nvSpPr>
        <p:spPr>
          <a:xfrm>
            <a:off x="793729" y="1959143"/>
            <a:ext cx="1606800" cy="339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1600" dirty="0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P0_0</a:t>
            </a:r>
            <a:endParaRPr sz="1600" dirty="0">
              <a:solidFill>
                <a:schemeClr val="accent2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4" name="Google Shape;2943;p141">
            <a:hlinkClick r:id="rId3" action="ppaction://hlinksldjump"/>
            <a:extLst>
              <a:ext uri="{FF2B5EF4-FFF2-40B4-BE49-F238E27FC236}">
                <a16:creationId xmlns="" xmlns:a16="http://schemas.microsoft.com/office/drawing/2014/main" id="{96967CAF-2A71-CB4B-5852-74335D946DBA}"/>
              </a:ext>
            </a:extLst>
          </p:cNvPr>
          <p:cNvSpPr/>
          <p:nvPr/>
        </p:nvSpPr>
        <p:spPr>
          <a:xfrm>
            <a:off x="793729" y="2502868"/>
            <a:ext cx="1606800" cy="339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1600" dirty="0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P0_1</a:t>
            </a:r>
            <a:endParaRPr sz="1600" dirty="0">
              <a:solidFill>
                <a:schemeClr val="accent2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5" name="Google Shape;2943;p141">
            <a:hlinkClick r:id="rId3" action="ppaction://hlinksldjump"/>
            <a:extLst>
              <a:ext uri="{FF2B5EF4-FFF2-40B4-BE49-F238E27FC236}">
                <a16:creationId xmlns="" xmlns:a16="http://schemas.microsoft.com/office/drawing/2014/main" id="{4CD8226C-C224-43FA-B171-857A668AAD8E}"/>
              </a:ext>
            </a:extLst>
          </p:cNvPr>
          <p:cNvSpPr/>
          <p:nvPr/>
        </p:nvSpPr>
        <p:spPr>
          <a:xfrm>
            <a:off x="793729" y="3046593"/>
            <a:ext cx="1606800" cy="339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1600" dirty="0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P0_2</a:t>
            </a:r>
            <a:endParaRPr sz="1600" dirty="0">
              <a:solidFill>
                <a:schemeClr val="accent2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6" name="Google Shape;2943;p141">
            <a:hlinkClick r:id="rId3" action="ppaction://hlinksldjump"/>
            <a:extLst>
              <a:ext uri="{FF2B5EF4-FFF2-40B4-BE49-F238E27FC236}">
                <a16:creationId xmlns="" xmlns:a16="http://schemas.microsoft.com/office/drawing/2014/main" id="{A8581647-FE59-BC57-A4E1-94D270053EDD}"/>
              </a:ext>
            </a:extLst>
          </p:cNvPr>
          <p:cNvSpPr/>
          <p:nvPr/>
        </p:nvSpPr>
        <p:spPr>
          <a:xfrm>
            <a:off x="793729" y="3590318"/>
            <a:ext cx="1606800" cy="339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1600" dirty="0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P0_3</a:t>
            </a:r>
            <a:endParaRPr sz="1600" dirty="0">
              <a:solidFill>
                <a:schemeClr val="accent2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8EA6D05-6530-B163-272F-0CAC37ACC89B}"/>
              </a:ext>
            </a:extLst>
          </p:cNvPr>
          <p:cNvSpPr txBox="1"/>
          <p:nvPr/>
        </p:nvSpPr>
        <p:spPr>
          <a:xfrm>
            <a:off x="2494730" y="1959143"/>
            <a:ext cx="16686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1600" dirty="0">
                <a:latin typeface="Manjari"/>
              </a:rPr>
              <a:t>START / STOP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2C7FC418-30F7-F68A-EF8B-89FD1FB75770}"/>
              </a:ext>
            </a:extLst>
          </p:cNvPr>
          <p:cNvSpPr txBox="1"/>
          <p:nvPr/>
        </p:nvSpPr>
        <p:spPr>
          <a:xfrm>
            <a:off x="2494730" y="2502495"/>
            <a:ext cx="1766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1600" dirty="0">
                <a:latin typeface="Manjari"/>
              </a:rPr>
              <a:t>MOD 1 / MOD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02DB1785-6769-F067-7A9B-270500303AA2}"/>
              </a:ext>
            </a:extLst>
          </p:cNvPr>
          <p:cNvSpPr txBox="1"/>
          <p:nvPr/>
        </p:nvSpPr>
        <p:spPr>
          <a:xfrm>
            <a:off x="2494731" y="3077371"/>
            <a:ext cx="18869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1600" dirty="0">
                <a:latin typeface="Manjari"/>
              </a:rPr>
              <a:t>Detektovana nitna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F46002B4-9C1B-7207-9558-6C9C3A2FB4A5}"/>
              </a:ext>
            </a:extLst>
          </p:cNvPr>
          <p:cNvSpPr txBox="1"/>
          <p:nvPr/>
        </p:nvSpPr>
        <p:spPr>
          <a:xfrm>
            <a:off x="2494731" y="3621096"/>
            <a:ext cx="18869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1600" dirty="0">
                <a:latin typeface="Manjari"/>
              </a:rPr>
              <a:t>Pun krug motora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445EBA9C-05D2-5E12-1759-989B03CF0DD9}"/>
              </a:ext>
            </a:extLst>
          </p:cNvPr>
          <p:cNvSpPr txBox="1"/>
          <p:nvPr/>
        </p:nvSpPr>
        <p:spPr>
          <a:xfrm>
            <a:off x="4815960" y="1821092"/>
            <a:ext cx="1828800" cy="233013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sr-Latn-RS" dirty="0"/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DC3C4A91-6870-F845-78A8-F2E5453DC888}"/>
              </a:ext>
            </a:extLst>
          </p:cNvPr>
          <p:cNvSpPr txBox="1"/>
          <p:nvPr/>
        </p:nvSpPr>
        <p:spPr>
          <a:xfrm>
            <a:off x="1359179" y="350050"/>
            <a:ext cx="6525993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sr-Latn-RS" sz="1600" dirty="0">
                <a:latin typeface="Manjari"/>
              </a:rPr>
              <a:t>Uz pomoć mikrokontrolera AT89C51RC2 simuliran je rad gramofona. </a:t>
            </a:r>
          </a:p>
          <a:p>
            <a:r>
              <a:rPr lang="sr-Latn-RS" sz="1600" dirty="0">
                <a:latin typeface="Manjari"/>
              </a:rPr>
              <a:t>Komunikacija se ostvaruje pomoću: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E591852B-D7A5-0C78-DFBA-882396A24137}"/>
              </a:ext>
            </a:extLst>
          </p:cNvPr>
          <p:cNvSpPr txBox="1"/>
          <p:nvPr/>
        </p:nvSpPr>
        <p:spPr>
          <a:xfrm>
            <a:off x="1862561" y="1333151"/>
            <a:ext cx="14847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1600" b="1" dirty="0">
                <a:latin typeface="Manjari"/>
              </a:rPr>
              <a:t>Pinovi porta P0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D8C5031D-55CD-214D-392D-9E0B3471BBA3}"/>
              </a:ext>
            </a:extLst>
          </p:cNvPr>
          <p:cNvSpPr txBox="1"/>
          <p:nvPr/>
        </p:nvSpPr>
        <p:spPr>
          <a:xfrm>
            <a:off x="4975964" y="1361767"/>
            <a:ext cx="33778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1600" b="1" dirty="0" smtClean="0">
                <a:latin typeface="Manjari"/>
              </a:rPr>
              <a:t>Asinh</a:t>
            </a:r>
            <a:r>
              <a:rPr lang="en-US" sz="1600" b="1" dirty="0" smtClean="0">
                <a:latin typeface="Manjari"/>
              </a:rPr>
              <a:t>r</a:t>
            </a:r>
            <a:r>
              <a:rPr lang="sr-Latn-RS" sz="1600" b="1" dirty="0" smtClean="0">
                <a:latin typeface="Manjari"/>
              </a:rPr>
              <a:t>ona </a:t>
            </a:r>
            <a:r>
              <a:rPr lang="sr-Latn-RS" sz="1600" b="1" dirty="0">
                <a:latin typeface="Manjari"/>
              </a:rPr>
              <a:t>serijska komunikacija</a:t>
            </a:r>
          </a:p>
        </p:txBody>
      </p:sp>
      <p:sp>
        <p:nvSpPr>
          <p:cNvPr id="15" name="Google Shape;2943;p141">
            <a:hlinkClick r:id="rId3" action="ppaction://hlinksldjump"/>
            <a:extLst>
              <a:ext uri="{FF2B5EF4-FFF2-40B4-BE49-F238E27FC236}">
                <a16:creationId xmlns="" xmlns:a16="http://schemas.microsoft.com/office/drawing/2014/main" id="{78E98909-D245-2990-0788-5281DE279A36}"/>
              </a:ext>
            </a:extLst>
          </p:cNvPr>
          <p:cNvSpPr/>
          <p:nvPr/>
        </p:nvSpPr>
        <p:spPr>
          <a:xfrm>
            <a:off x="4695516" y="1989921"/>
            <a:ext cx="1606800" cy="339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1600" dirty="0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(START)</a:t>
            </a:r>
            <a:endParaRPr sz="1600" dirty="0">
              <a:solidFill>
                <a:schemeClr val="accent2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6" name="Google Shape;2943;p141">
            <a:hlinkClick r:id="rId3" action="ppaction://hlinksldjump"/>
            <a:extLst>
              <a:ext uri="{FF2B5EF4-FFF2-40B4-BE49-F238E27FC236}">
                <a16:creationId xmlns="" xmlns:a16="http://schemas.microsoft.com/office/drawing/2014/main" id="{238FFBDC-177D-1AFF-9ECD-8FD28ADAB44B}"/>
              </a:ext>
            </a:extLst>
          </p:cNvPr>
          <p:cNvSpPr/>
          <p:nvPr/>
        </p:nvSpPr>
        <p:spPr>
          <a:xfrm>
            <a:off x="4695516" y="2533646"/>
            <a:ext cx="1606800" cy="339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1600" dirty="0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(STOP)</a:t>
            </a:r>
          </a:p>
        </p:txBody>
      </p:sp>
      <p:sp>
        <p:nvSpPr>
          <p:cNvPr id="17" name="Google Shape;2943;p141">
            <a:hlinkClick r:id="rId3" action="ppaction://hlinksldjump"/>
            <a:extLst>
              <a:ext uri="{FF2B5EF4-FFF2-40B4-BE49-F238E27FC236}">
                <a16:creationId xmlns="" xmlns:a16="http://schemas.microsoft.com/office/drawing/2014/main" id="{B93BF31E-F5F3-D18E-3A72-B1EF41991EB5}"/>
              </a:ext>
            </a:extLst>
          </p:cNvPr>
          <p:cNvSpPr/>
          <p:nvPr/>
        </p:nvSpPr>
        <p:spPr>
          <a:xfrm>
            <a:off x="4695516" y="3077371"/>
            <a:ext cx="1606800" cy="339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sr-Latn-RS" sz="1600" dirty="0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(N:n)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234CB344-5E29-4665-DF49-DB8851B347F5}"/>
              </a:ext>
            </a:extLst>
          </p:cNvPr>
          <p:cNvSpPr txBox="1"/>
          <p:nvPr/>
        </p:nvSpPr>
        <p:spPr>
          <a:xfrm>
            <a:off x="6396518" y="1989921"/>
            <a:ext cx="1495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1600" dirty="0">
                <a:latin typeface="Manjari"/>
              </a:rPr>
              <a:t>START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3EBED40C-823A-D0F6-82C8-C00181FC387E}"/>
              </a:ext>
            </a:extLst>
          </p:cNvPr>
          <p:cNvSpPr txBox="1"/>
          <p:nvPr/>
        </p:nvSpPr>
        <p:spPr>
          <a:xfrm>
            <a:off x="6396517" y="2533273"/>
            <a:ext cx="16259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1600" dirty="0">
                <a:latin typeface="Manjari"/>
              </a:rPr>
              <a:t>STOP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D1D65D9D-8D47-9DFC-6B43-0E8A665D6C79}"/>
              </a:ext>
            </a:extLst>
          </p:cNvPr>
          <p:cNvSpPr txBox="1"/>
          <p:nvPr/>
        </p:nvSpPr>
        <p:spPr>
          <a:xfrm>
            <a:off x="6422761" y="2986157"/>
            <a:ext cx="2102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1600" dirty="0">
                <a:latin typeface="Manjari"/>
              </a:rPr>
              <a:t>Pomeraj za određen broj (n) nitni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695516" y="3775357"/>
            <a:ext cx="40302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 smtClean="0">
                <a:latin typeface="Manjari"/>
              </a:rPr>
              <a:t>Nakon</a:t>
            </a:r>
            <a:r>
              <a:rPr lang="en-US" sz="1200" dirty="0" smtClean="0">
                <a:latin typeface="Manjari"/>
              </a:rPr>
              <a:t> </a:t>
            </a:r>
            <a:r>
              <a:rPr lang="en-US" sz="1200" dirty="0" err="1" smtClean="0">
                <a:latin typeface="Manjari"/>
              </a:rPr>
              <a:t>pravilnog</a:t>
            </a:r>
            <a:r>
              <a:rPr lang="en-US" sz="1200" dirty="0" smtClean="0">
                <a:latin typeface="Manjari"/>
              </a:rPr>
              <a:t> </a:t>
            </a:r>
            <a:r>
              <a:rPr lang="en-US" sz="1200" dirty="0" err="1" smtClean="0">
                <a:latin typeface="Manjari"/>
              </a:rPr>
              <a:t>unosa</a:t>
            </a:r>
            <a:r>
              <a:rPr lang="en-US" sz="1200" dirty="0" smtClean="0">
                <a:latin typeface="Manjari"/>
              </a:rPr>
              <a:t> </a:t>
            </a:r>
            <a:r>
              <a:rPr lang="en-US" sz="1200" dirty="0" err="1" smtClean="0">
                <a:latin typeface="Manjari"/>
              </a:rPr>
              <a:t>komande</a:t>
            </a:r>
            <a:r>
              <a:rPr lang="en-US" sz="1200" dirty="0" smtClean="0">
                <a:latin typeface="Manjari"/>
              </a:rPr>
              <a:t>, </a:t>
            </a:r>
            <a:r>
              <a:rPr lang="en-US" sz="1200" dirty="0" err="1" smtClean="0">
                <a:latin typeface="Manjari"/>
              </a:rPr>
              <a:t>povratna</a:t>
            </a:r>
            <a:r>
              <a:rPr lang="en-US" sz="1200" dirty="0" smtClean="0">
                <a:latin typeface="Manjari"/>
              </a:rPr>
              <a:t> </a:t>
            </a:r>
            <a:r>
              <a:rPr lang="en-US" sz="1200" dirty="0" err="1" smtClean="0">
                <a:latin typeface="Manjari"/>
              </a:rPr>
              <a:t>poruka</a:t>
            </a:r>
            <a:r>
              <a:rPr lang="en-US" sz="1200" dirty="0" smtClean="0">
                <a:latin typeface="Manjari"/>
              </a:rPr>
              <a:t> “OK”,</a:t>
            </a:r>
            <a:br>
              <a:rPr lang="en-US" sz="1200" dirty="0" smtClean="0">
                <a:latin typeface="Manjari"/>
              </a:rPr>
            </a:br>
            <a:r>
              <a:rPr lang="en-US" sz="1200" dirty="0" smtClean="0">
                <a:latin typeface="Manjari"/>
              </a:rPr>
              <a:t>a </a:t>
            </a:r>
            <a:r>
              <a:rPr lang="en-US" sz="1200" dirty="0" err="1" smtClean="0">
                <a:latin typeface="Manjari"/>
              </a:rPr>
              <a:t>usled</a:t>
            </a:r>
            <a:r>
              <a:rPr lang="en-US" sz="1200" dirty="0" smtClean="0">
                <a:latin typeface="Manjari"/>
              </a:rPr>
              <a:t> </a:t>
            </a:r>
            <a:r>
              <a:rPr lang="en-US" sz="1200" dirty="0" err="1" smtClean="0">
                <a:latin typeface="Manjari"/>
              </a:rPr>
              <a:t>gre</a:t>
            </a:r>
            <a:r>
              <a:rPr lang="sr-Latn-RS" sz="1200" dirty="0" smtClean="0">
                <a:latin typeface="Manjari"/>
              </a:rPr>
              <a:t>ške upisa ili neodgovarajućih unesenih</a:t>
            </a:r>
            <a:br>
              <a:rPr lang="sr-Latn-RS" sz="1200" dirty="0" smtClean="0">
                <a:latin typeface="Manjari"/>
              </a:rPr>
            </a:br>
            <a:r>
              <a:rPr lang="sr-Latn-RS" sz="1200" dirty="0" smtClean="0">
                <a:latin typeface="Manjari"/>
              </a:rPr>
              <a:t>parametara</a:t>
            </a:r>
            <a:r>
              <a:rPr lang="en-US" sz="1200" dirty="0" smtClean="0">
                <a:latin typeface="Manjari"/>
              </a:rPr>
              <a:t>, </a:t>
            </a:r>
            <a:r>
              <a:rPr lang="en-US" sz="1200" dirty="0" err="1" smtClean="0">
                <a:latin typeface="Manjari"/>
              </a:rPr>
              <a:t>povratna</a:t>
            </a:r>
            <a:r>
              <a:rPr lang="en-US" sz="1200" dirty="0" smtClean="0">
                <a:latin typeface="Manjari"/>
              </a:rPr>
              <a:t> </a:t>
            </a:r>
            <a:r>
              <a:rPr lang="en-US" sz="1200" dirty="0" err="1" smtClean="0">
                <a:latin typeface="Manjari"/>
              </a:rPr>
              <a:t>poruka</a:t>
            </a:r>
            <a:r>
              <a:rPr lang="en-US" sz="1200" dirty="0" smtClean="0">
                <a:latin typeface="Manjari"/>
              </a:rPr>
              <a:t> je “ERROR”.</a:t>
            </a:r>
            <a:endParaRPr lang="sr-Latn-RS" sz="1200" dirty="0">
              <a:latin typeface="Manja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3" name="Google Shape;2013;p83"/>
          <p:cNvSpPr txBox="1">
            <a:spLocks noGrp="1"/>
          </p:cNvSpPr>
          <p:nvPr>
            <p:ph type="subTitle" idx="1"/>
          </p:nvPr>
        </p:nvSpPr>
        <p:spPr>
          <a:xfrm>
            <a:off x="1352431" y="1872258"/>
            <a:ext cx="1923600" cy="10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sr-Latn-RS" sz="1500" dirty="0">
                <a:solidFill>
                  <a:schemeClr val="accent2"/>
                </a:solidFill>
              </a:rPr>
              <a:t>UART komunikacija između korisnika i gramofona.</a:t>
            </a:r>
            <a:endParaRPr sz="1500" dirty="0">
              <a:solidFill>
                <a:schemeClr val="accent2"/>
              </a:solidFill>
            </a:endParaRPr>
          </a:p>
        </p:txBody>
      </p:sp>
      <p:sp>
        <p:nvSpPr>
          <p:cNvPr id="2014" name="Google Shape;2014;p83"/>
          <p:cNvSpPr txBox="1">
            <a:spLocks noGrp="1"/>
          </p:cNvSpPr>
          <p:nvPr>
            <p:ph type="subTitle" idx="2"/>
          </p:nvPr>
        </p:nvSpPr>
        <p:spPr>
          <a:xfrm>
            <a:off x="3803192" y="3340188"/>
            <a:ext cx="2000163" cy="10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1500" dirty="0">
                <a:solidFill>
                  <a:schemeClr val="accent2"/>
                </a:solidFill>
              </a:rPr>
              <a:t>Uzlazne ivice različitih tastera P0 koriste se kao izlazi gramofona.</a:t>
            </a:r>
            <a:endParaRPr sz="1500" dirty="0">
              <a:solidFill>
                <a:schemeClr val="accent2"/>
              </a:solidFill>
            </a:endParaRPr>
          </a:p>
        </p:txBody>
      </p:sp>
      <p:sp>
        <p:nvSpPr>
          <p:cNvPr id="2015" name="Google Shape;2015;p83"/>
          <p:cNvSpPr txBox="1">
            <a:spLocks noGrp="1"/>
          </p:cNvSpPr>
          <p:nvPr>
            <p:ph type="title"/>
          </p:nvPr>
        </p:nvSpPr>
        <p:spPr>
          <a:xfrm>
            <a:off x="696472" y="380412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dirty="0"/>
              <a:t>Pregled koda</a:t>
            </a:r>
            <a:endParaRPr dirty="0"/>
          </a:p>
        </p:txBody>
      </p:sp>
      <p:sp>
        <p:nvSpPr>
          <p:cNvPr id="2016" name="Google Shape;2016;p83">
            <a:hlinkClick r:id="" action="ppaction://noaction"/>
          </p:cNvPr>
          <p:cNvSpPr txBox="1">
            <a:spLocks noGrp="1"/>
          </p:cNvSpPr>
          <p:nvPr>
            <p:ph type="subTitle" idx="3"/>
          </p:nvPr>
        </p:nvSpPr>
        <p:spPr>
          <a:xfrm>
            <a:off x="6482447" y="1315601"/>
            <a:ext cx="1923600" cy="4486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sr-Latn-RS" dirty="0">
                <a:solidFill>
                  <a:schemeClr val="hlink"/>
                </a:solidFill>
                <a:uFill>
                  <a:noFill/>
                </a:uFill>
              </a:rPr>
              <a:t>Prekid tajmera</a:t>
            </a:r>
            <a:endParaRPr dirty="0"/>
          </a:p>
        </p:txBody>
      </p:sp>
      <p:sp>
        <p:nvSpPr>
          <p:cNvPr id="2017" name="Google Shape;2017;p83">
            <a:hlinkClick r:id="rId3" action="ppaction://hlinksldjump"/>
          </p:cNvPr>
          <p:cNvSpPr txBox="1">
            <a:spLocks noGrp="1"/>
          </p:cNvSpPr>
          <p:nvPr>
            <p:ph type="subTitle" idx="4"/>
          </p:nvPr>
        </p:nvSpPr>
        <p:spPr>
          <a:xfrm>
            <a:off x="1352431" y="2970746"/>
            <a:ext cx="19236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sr-Latn-RS" dirty="0">
                <a:uFill>
                  <a:noFill/>
                </a:uFill>
              </a:rPr>
              <a:t>Štoperica</a:t>
            </a:r>
            <a:endParaRPr dirty="0"/>
          </a:p>
        </p:txBody>
      </p:sp>
      <p:sp>
        <p:nvSpPr>
          <p:cNvPr id="2018" name="Google Shape;2018;p83">
            <a:hlinkClick r:id="" action="ppaction://noaction"/>
          </p:cNvPr>
          <p:cNvSpPr txBox="1">
            <a:spLocks noGrp="1"/>
          </p:cNvSpPr>
          <p:nvPr>
            <p:ph type="subTitle" idx="5"/>
          </p:nvPr>
        </p:nvSpPr>
        <p:spPr>
          <a:xfrm>
            <a:off x="3879755" y="2952300"/>
            <a:ext cx="19236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sr-Latn-RS" dirty="0">
                <a:uFill>
                  <a:noFill/>
                </a:uFill>
              </a:rPr>
              <a:t>Debounce</a:t>
            </a:r>
            <a:endParaRPr dirty="0"/>
          </a:p>
        </p:txBody>
      </p:sp>
      <p:sp>
        <p:nvSpPr>
          <p:cNvPr id="2019" name="Google Shape;2019;p83">
            <a:hlinkClick r:id="" action="ppaction://noaction"/>
          </p:cNvPr>
          <p:cNvSpPr txBox="1">
            <a:spLocks noGrp="1"/>
          </p:cNvSpPr>
          <p:nvPr>
            <p:ph type="subTitle" idx="6"/>
          </p:nvPr>
        </p:nvSpPr>
        <p:spPr>
          <a:xfrm>
            <a:off x="1344506" y="1200247"/>
            <a:ext cx="19236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sr-Latn-RS" dirty="0">
                <a:solidFill>
                  <a:schemeClr val="hlink"/>
                </a:solidFill>
                <a:uFill>
                  <a:noFill/>
                </a:uFill>
              </a:rPr>
              <a:t>Serijska komunikacija</a:t>
            </a:r>
            <a:endParaRPr dirty="0"/>
          </a:p>
        </p:txBody>
      </p:sp>
      <p:sp>
        <p:nvSpPr>
          <p:cNvPr id="2020" name="Google Shape;2020;p83"/>
          <p:cNvSpPr txBox="1">
            <a:spLocks noGrp="1"/>
          </p:cNvSpPr>
          <p:nvPr>
            <p:ph type="subTitle" idx="7"/>
          </p:nvPr>
        </p:nvSpPr>
        <p:spPr>
          <a:xfrm>
            <a:off x="6490372" y="1706347"/>
            <a:ext cx="1923600" cy="10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1500" dirty="0">
                <a:solidFill>
                  <a:schemeClr val="accent2"/>
                </a:solidFill>
              </a:rPr>
              <a:t>Tajmer 1 u auto-reload modu izaziva prekid na 1s.</a:t>
            </a:r>
            <a:endParaRPr sz="1500" dirty="0">
              <a:solidFill>
                <a:schemeClr val="accent2"/>
              </a:solidFill>
            </a:endParaRPr>
          </a:p>
        </p:txBody>
      </p:sp>
      <p:sp>
        <p:nvSpPr>
          <p:cNvPr id="2021" name="Google Shape;2021;p83"/>
          <p:cNvSpPr txBox="1">
            <a:spLocks noGrp="1"/>
          </p:cNvSpPr>
          <p:nvPr>
            <p:ph type="subTitle" idx="8"/>
          </p:nvPr>
        </p:nvSpPr>
        <p:spPr>
          <a:xfrm>
            <a:off x="1266701" y="3401845"/>
            <a:ext cx="2009330" cy="10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1500" dirty="0">
                <a:solidFill>
                  <a:schemeClr val="accent2"/>
                </a:solidFill>
              </a:rPr>
              <a:t>Meri vreme (max 60s) u zavisnosti od potrebe moda 1 ili 2.</a:t>
            </a:r>
          </a:p>
        </p:txBody>
      </p:sp>
      <p:sp>
        <p:nvSpPr>
          <p:cNvPr id="2022" name="Google Shape;2022;p83">
            <a:hlinkClick r:id="" action="ppaction://noaction"/>
          </p:cNvPr>
          <p:cNvSpPr txBox="1">
            <a:spLocks noGrp="1"/>
          </p:cNvSpPr>
          <p:nvPr>
            <p:ph type="title" idx="9"/>
          </p:nvPr>
        </p:nvSpPr>
        <p:spPr>
          <a:xfrm>
            <a:off x="775397" y="1291862"/>
            <a:ext cx="596400" cy="411300"/>
          </a:xfrm>
          <a:prstGeom prst="rect">
            <a:avLst/>
          </a:prstGeom>
        </p:spPr>
        <p:txBody>
          <a:bodyPr spcFirstLastPara="1" wrap="square" lIns="91425" tIns="118850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uFill>
                  <a:noFill/>
                </a:uFill>
                <a:hlinkClick r:id="" action="ppaction://noaction"/>
              </a:rPr>
              <a:t>01</a:t>
            </a:r>
            <a:endParaRPr dirty="0"/>
          </a:p>
        </p:txBody>
      </p:sp>
      <p:sp>
        <p:nvSpPr>
          <p:cNvPr id="2023" name="Google Shape;2023;p83">
            <a:hlinkClick r:id="rId3" action="ppaction://hlinksldjump"/>
          </p:cNvPr>
          <p:cNvSpPr txBox="1">
            <a:spLocks noGrp="1"/>
          </p:cNvSpPr>
          <p:nvPr>
            <p:ph type="title" idx="13"/>
          </p:nvPr>
        </p:nvSpPr>
        <p:spPr>
          <a:xfrm>
            <a:off x="5899372" y="1309800"/>
            <a:ext cx="596400" cy="411300"/>
          </a:xfrm>
          <a:prstGeom prst="rect">
            <a:avLst/>
          </a:prstGeom>
        </p:spPr>
        <p:txBody>
          <a:bodyPr spcFirstLastPara="1" wrap="square" lIns="91425" tIns="118850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uFill>
                  <a:noFill/>
                </a:uFill>
                <a:hlinkClick r:id="rId3" action="ppaction://hlinksldjump"/>
              </a:rPr>
              <a:t>03</a:t>
            </a:r>
            <a:endParaRPr dirty="0"/>
          </a:p>
        </p:txBody>
      </p:sp>
      <p:sp>
        <p:nvSpPr>
          <p:cNvPr id="2024" name="Google Shape;2024;p83">
            <a:hlinkClick r:id="" action="ppaction://noaction"/>
          </p:cNvPr>
          <p:cNvSpPr txBox="1">
            <a:spLocks noGrp="1"/>
          </p:cNvSpPr>
          <p:nvPr>
            <p:ph type="title" idx="14"/>
          </p:nvPr>
        </p:nvSpPr>
        <p:spPr>
          <a:xfrm>
            <a:off x="3297922" y="1291851"/>
            <a:ext cx="596400" cy="411300"/>
          </a:xfrm>
          <a:prstGeom prst="rect">
            <a:avLst/>
          </a:prstGeom>
        </p:spPr>
        <p:txBody>
          <a:bodyPr spcFirstLastPara="1" wrap="square" lIns="91425" tIns="118850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  <a:uFill>
                  <a:noFill/>
                </a:uFill>
                <a:hlinkClick r:id="" action="ppaction://noaction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02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2025" name="Google Shape;2025;p83">
            <a:hlinkClick r:id="" action="ppaction://noaction"/>
          </p:cNvPr>
          <p:cNvSpPr txBox="1">
            <a:spLocks noGrp="1"/>
          </p:cNvSpPr>
          <p:nvPr>
            <p:ph type="title" idx="15"/>
          </p:nvPr>
        </p:nvSpPr>
        <p:spPr>
          <a:xfrm>
            <a:off x="783322" y="2951931"/>
            <a:ext cx="596400" cy="411300"/>
          </a:xfrm>
          <a:prstGeom prst="rect">
            <a:avLst/>
          </a:prstGeom>
        </p:spPr>
        <p:txBody>
          <a:bodyPr spcFirstLastPara="1" wrap="square" lIns="91425" tIns="118850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  <a:uFill>
                  <a:noFill/>
                </a:uFill>
                <a:hlinkClick r:id="" action="ppaction://noaction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04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2026" name="Google Shape;2026;p83"/>
          <p:cNvSpPr txBox="1">
            <a:spLocks noGrp="1"/>
          </p:cNvSpPr>
          <p:nvPr>
            <p:ph type="subTitle" idx="16"/>
          </p:nvPr>
        </p:nvSpPr>
        <p:spPr>
          <a:xfrm>
            <a:off x="6411446" y="3401845"/>
            <a:ext cx="2271159" cy="10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1500" dirty="0">
                <a:solidFill>
                  <a:schemeClr val="accent2"/>
                </a:solidFill>
              </a:rPr>
              <a:t>1. red – status gramofona;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1500" dirty="0">
                <a:solidFill>
                  <a:schemeClr val="accent2"/>
                </a:solidFill>
              </a:rPr>
              <a:t>2. red – odgovarajući parametri.</a:t>
            </a:r>
          </a:p>
        </p:txBody>
      </p:sp>
      <p:sp>
        <p:nvSpPr>
          <p:cNvPr id="2027" name="Google Shape;2027;p83">
            <a:hlinkClick r:id="" action="ppaction://noaction"/>
          </p:cNvPr>
          <p:cNvSpPr txBox="1">
            <a:spLocks noGrp="1"/>
          </p:cNvSpPr>
          <p:nvPr>
            <p:ph type="subTitle" idx="17"/>
          </p:nvPr>
        </p:nvSpPr>
        <p:spPr>
          <a:xfrm>
            <a:off x="3879755" y="1309800"/>
            <a:ext cx="19236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sr-Latn-RS" dirty="0">
                <a:uFill>
                  <a:noFill/>
                </a:uFill>
              </a:rPr>
              <a:t>Modovi rada</a:t>
            </a:r>
            <a:endParaRPr dirty="0"/>
          </a:p>
        </p:txBody>
      </p:sp>
      <p:sp>
        <p:nvSpPr>
          <p:cNvPr id="2028" name="Google Shape;2028;p83">
            <a:hlinkClick r:id="" action="ppaction://noaction"/>
          </p:cNvPr>
          <p:cNvSpPr txBox="1">
            <a:spLocks noGrp="1"/>
          </p:cNvSpPr>
          <p:nvPr>
            <p:ph type="subTitle" idx="18"/>
          </p:nvPr>
        </p:nvSpPr>
        <p:spPr>
          <a:xfrm>
            <a:off x="6411447" y="3013957"/>
            <a:ext cx="19236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sr-Latn-RS" dirty="0">
                <a:uFill>
                  <a:noFill/>
                </a:uFill>
              </a:rPr>
              <a:t>Ispis na ekran</a:t>
            </a:r>
            <a:endParaRPr dirty="0"/>
          </a:p>
        </p:txBody>
      </p:sp>
      <p:sp>
        <p:nvSpPr>
          <p:cNvPr id="2029" name="Google Shape;2029;p83"/>
          <p:cNvSpPr txBox="1">
            <a:spLocks noGrp="1"/>
          </p:cNvSpPr>
          <p:nvPr>
            <p:ph type="subTitle" idx="19"/>
          </p:nvPr>
        </p:nvSpPr>
        <p:spPr>
          <a:xfrm>
            <a:off x="3879755" y="1700534"/>
            <a:ext cx="1923600" cy="10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1500" dirty="0">
                <a:solidFill>
                  <a:schemeClr val="accent2"/>
                </a:solidFill>
              </a:rPr>
              <a:t>Izvršavanje zahteva korisnika.</a:t>
            </a:r>
            <a:endParaRPr sz="1500" dirty="0">
              <a:solidFill>
                <a:schemeClr val="accent2"/>
              </a:solidFill>
            </a:endParaRPr>
          </a:p>
        </p:txBody>
      </p:sp>
      <p:sp>
        <p:nvSpPr>
          <p:cNvPr id="2030" name="Google Shape;2030;p83">
            <a:hlinkClick r:id="" action="ppaction://noaction"/>
          </p:cNvPr>
          <p:cNvSpPr txBox="1">
            <a:spLocks noGrp="1"/>
          </p:cNvSpPr>
          <p:nvPr>
            <p:ph type="title" idx="20"/>
          </p:nvPr>
        </p:nvSpPr>
        <p:spPr>
          <a:xfrm>
            <a:off x="3297922" y="2947345"/>
            <a:ext cx="596400" cy="411300"/>
          </a:xfrm>
          <a:prstGeom prst="rect">
            <a:avLst/>
          </a:prstGeom>
        </p:spPr>
        <p:txBody>
          <a:bodyPr spcFirstLastPara="1" wrap="square" lIns="91425" tIns="118850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uFill>
                  <a:noFill/>
                </a:uFill>
                <a:hlinkClick r:id="" action="ppaction://noaction"/>
              </a:rPr>
              <a:t>05</a:t>
            </a:r>
            <a:endParaRPr dirty="0"/>
          </a:p>
        </p:txBody>
      </p:sp>
      <p:sp>
        <p:nvSpPr>
          <p:cNvPr id="2031" name="Google Shape;2031;p83">
            <a:hlinkClick r:id="" action="ppaction://noaction"/>
          </p:cNvPr>
          <p:cNvSpPr txBox="1">
            <a:spLocks noGrp="1"/>
          </p:cNvSpPr>
          <p:nvPr>
            <p:ph type="title" idx="21"/>
          </p:nvPr>
        </p:nvSpPr>
        <p:spPr>
          <a:xfrm>
            <a:off x="5820447" y="3013946"/>
            <a:ext cx="596400" cy="411300"/>
          </a:xfrm>
          <a:prstGeom prst="rect">
            <a:avLst/>
          </a:prstGeom>
        </p:spPr>
        <p:txBody>
          <a:bodyPr spcFirstLastPara="1" wrap="square" lIns="91425" tIns="118850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uFill>
                  <a:noFill/>
                </a:uFill>
                <a:hlinkClick r:id="" action="ppaction://noaction"/>
              </a:rPr>
              <a:t>06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2" name="Google Shape;3472;p163"/>
          <p:cNvSpPr/>
          <p:nvPr/>
        </p:nvSpPr>
        <p:spPr>
          <a:xfrm>
            <a:off x="7805723" y="4117157"/>
            <a:ext cx="1541008" cy="1629664"/>
          </a:xfrm>
          <a:custGeom>
            <a:avLst/>
            <a:gdLst/>
            <a:ahLst/>
            <a:cxnLst/>
            <a:rect l="l" t="t" r="r" b="b"/>
            <a:pathLst>
              <a:path w="13679" h="12066" extrusionOk="0">
                <a:moveTo>
                  <a:pt x="7541" y="1"/>
                </a:moveTo>
                <a:cubicBezTo>
                  <a:pt x="7109" y="1"/>
                  <a:pt x="6648" y="24"/>
                  <a:pt x="6157" y="68"/>
                </a:cubicBezTo>
                <a:cubicBezTo>
                  <a:pt x="1981" y="443"/>
                  <a:pt x="28" y="3173"/>
                  <a:pt x="1" y="6385"/>
                </a:cubicBezTo>
                <a:cubicBezTo>
                  <a:pt x="598" y="10109"/>
                  <a:pt x="2003" y="12066"/>
                  <a:pt x="5300" y="12066"/>
                </a:cubicBezTo>
                <a:cubicBezTo>
                  <a:pt x="5700" y="12066"/>
                  <a:pt x="6128" y="12037"/>
                  <a:pt x="6585" y="11979"/>
                </a:cubicBezTo>
                <a:cubicBezTo>
                  <a:pt x="10680" y="11470"/>
                  <a:pt x="13678" y="9516"/>
                  <a:pt x="12822" y="4297"/>
                </a:cubicBezTo>
                <a:cubicBezTo>
                  <a:pt x="12326" y="1256"/>
                  <a:pt x="10731" y="1"/>
                  <a:pt x="754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73" name="Google Shape;3473;p163"/>
          <p:cNvGrpSpPr/>
          <p:nvPr/>
        </p:nvGrpSpPr>
        <p:grpSpPr>
          <a:xfrm>
            <a:off x="-589068" y="3420490"/>
            <a:ext cx="2304462" cy="2293869"/>
            <a:chOff x="2414491" y="671177"/>
            <a:chExt cx="1830972" cy="1822411"/>
          </a:xfrm>
        </p:grpSpPr>
        <p:sp>
          <p:nvSpPr>
            <p:cNvPr id="3474" name="Google Shape;3474;p163"/>
            <p:cNvSpPr/>
            <p:nvPr/>
          </p:nvSpPr>
          <p:spPr>
            <a:xfrm>
              <a:off x="2414491" y="671177"/>
              <a:ext cx="1830972" cy="1822391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5" name="Google Shape;3475;p163"/>
            <p:cNvSpPr/>
            <p:nvPr/>
          </p:nvSpPr>
          <p:spPr>
            <a:xfrm>
              <a:off x="2796545" y="833253"/>
              <a:ext cx="9704" cy="7538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6" name="Google Shape;3476;p163"/>
            <p:cNvSpPr/>
            <p:nvPr/>
          </p:nvSpPr>
          <p:spPr>
            <a:xfrm>
              <a:off x="2899597" y="677633"/>
              <a:ext cx="287659" cy="242590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7" name="Google Shape;3477;p163"/>
            <p:cNvSpPr/>
            <p:nvPr/>
          </p:nvSpPr>
          <p:spPr>
            <a:xfrm>
              <a:off x="3280608" y="671177"/>
              <a:ext cx="288742" cy="249046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8" name="Google Shape;3478;p163"/>
            <p:cNvSpPr/>
            <p:nvPr/>
          </p:nvSpPr>
          <p:spPr>
            <a:xfrm>
              <a:off x="3662662" y="776354"/>
              <a:ext cx="109506" cy="64437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9" name="Google Shape;3479;p163"/>
            <p:cNvSpPr/>
            <p:nvPr/>
          </p:nvSpPr>
          <p:spPr>
            <a:xfrm>
              <a:off x="3803246" y="797847"/>
              <a:ext cx="6496" cy="122378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0" name="Google Shape;3480;p163"/>
            <p:cNvSpPr/>
            <p:nvPr/>
          </p:nvSpPr>
          <p:spPr>
            <a:xfrm>
              <a:off x="2475641" y="1246463"/>
              <a:ext cx="2205" cy="433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1" name="Google Shape;3481;p163"/>
            <p:cNvSpPr/>
            <p:nvPr/>
          </p:nvSpPr>
          <p:spPr>
            <a:xfrm>
              <a:off x="2616265" y="1006036"/>
              <a:ext cx="2165" cy="220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2" name="Google Shape;3482;p163"/>
            <p:cNvSpPr/>
            <p:nvPr/>
          </p:nvSpPr>
          <p:spPr>
            <a:xfrm>
              <a:off x="2535748" y="1119794"/>
              <a:ext cx="82681" cy="51565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3" name="Google Shape;3483;p163"/>
            <p:cNvSpPr/>
            <p:nvPr/>
          </p:nvSpPr>
          <p:spPr>
            <a:xfrm>
              <a:off x="2711778" y="921268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4" name="Google Shape;3484;p163"/>
            <p:cNvSpPr/>
            <p:nvPr/>
          </p:nvSpPr>
          <p:spPr>
            <a:xfrm>
              <a:off x="3092789" y="92126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5" name="Google Shape;3485;p163"/>
            <p:cNvSpPr/>
            <p:nvPr/>
          </p:nvSpPr>
          <p:spPr>
            <a:xfrm>
              <a:off x="3474843" y="92126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6" name="Google Shape;3486;p163"/>
            <p:cNvSpPr/>
            <p:nvPr/>
          </p:nvSpPr>
          <p:spPr>
            <a:xfrm>
              <a:off x="3855854" y="953467"/>
              <a:ext cx="287659" cy="296240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7" name="Google Shape;3487;p163"/>
            <p:cNvSpPr/>
            <p:nvPr/>
          </p:nvSpPr>
          <p:spPr>
            <a:xfrm>
              <a:off x="2417699" y="1498640"/>
              <a:ext cx="7538" cy="9704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8" name="Google Shape;3488;p163"/>
            <p:cNvSpPr/>
            <p:nvPr/>
          </p:nvSpPr>
          <p:spPr>
            <a:xfrm>
              <a:off x="2518586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9" name="Google Shape;3489;p163"/>
            <p:cNvSpPr/>
            <p:nvPr/>
          </p:nvSpPr>
          <p:spPr>
            <a:xfrm>
              <a:off x="2899597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0" name="Google Shape;3490;p163"/>
            <p:cNvSpPr/>
            <p:nvPr/>
          </p:nvSpPr>
          <p:spPr>
            <a:xfrm>
              <a:off x="3280608" y="1259335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1" name="Google Shape;3491;p163"/>
            <p:cNvSpPr/>
            <p:nvPr/>
          </p:nvSpPr>
          <p:spPr>
            <a:xfrm>
              <a:off x="3662662" y="1258252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2" name="Google Shape;3492;p163"/>
            <p:cNvSpPr/>
            <p:nvPr/>
          </p:nvSpPr>
          <p:spPr>
            <a:xfrm>
              <a:off x="4043673" y="1258252"/>
              <a:ext cx="193230" cy="329521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3" name="Google Shape;3493;p163"/>
            <p:cNvSpPr/>
            <p:nvPr/>
          </p:nvSpPr>
          <p:spPr>
            <a:xfrm>
              <a:off x="2423072" y="1578074"/>
              <a:ext cx="195355" cy="32843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4" name="Google Shape;3494;p163"/>
            <p:cNvSpPr/>
            <p:nvPr/>
          </p:nvSpPr>
          <p:spPr>
            <a:xfrm>
              <a:off x="2711778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5" name="Google Shape;3495;p163"/>
            <p:cNvSpPr/>
            <p:nvPr/>
          </p:nvSpPr>
          <p:spPr>
            <a:xfrm>
              <a:off x="3092789" y="1578074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6" name="Google Shape;3496;p163"/>
            <p:cNvSpPr/>
            <p:nvPr/>
          </p:nvSpPr>
          <p:spPr>
            <a:xfrm>
              <a:off x="3474843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7" name="Google Shape;3497;p163"/>
            <p:cNvSpPr/>
            <p:nvPr/>
          </p:nvSpPr>
          <p:spPr>
            <a:xfrm>
              <a:off x="3855854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8" name="Google Shape;3498;p163"/>
            <p:cNvSpPr/>
            <p:nvPr/>
          </p:nvSpPr>
          <p:spPr>
            <a:xfrm>
              <a:off x="2518586" y="1919388"/>
              <a:ext cx="287659" cy="293033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9" name="Google Shape;3499;p163"/>
            <p:cNvSpPr/>
            <p:nvPr/>
          </p:nvSpPr>
          <p:spPr>
            <a:xfrm>
              <a:off x="2899597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0" name="Google Shape;3500;p163"/>
            <p:cNvSpPr/>
            <p:nvPr/>
          </p:nvSpPr>
          <p:spPr>
            <a:xfrm>
              <a:off x="3280608" y="191938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1" name="Google Shape;3501;p163"/>
            <p:cNvSpPr/>
            <p:nvPr/>
          </p:nvSpPr>
          <p:spPr>
            <a:xfrm>
              <a:off x="3662662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2" name="Google Shape;3502;p163"/>
            <p:cNvSpPr/>
            <p:nvPr/>
          </p:nvSpPr>
          <p:spPr>
            <a:xfrm>
              <a:off x="4043673" y="1998782"/>
              <a:ext cx="78391" cy="4940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3" name="Google Shape;3503;p163"/>
            <p:cNvSpPr/>
            <p:nvPr/>
          </p:nvSpPr>
          <p:spPr>
            <a:xfrm>
              <a:off x="2884560" y="2317561"/>
              <a:ext cx="114879" cy="68727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4" name="Google Shape;3504;p163"/>
            <p:cNvSpPr/>
            <p:nvPr/>
          </p:nvSpPr>
          <p:spPr>
            <a:xfrm>
              <a:off x="2852362" y="2238127"/>
              <a:ext cx="6496" cy="129916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5" name="Google Shape;3505;p163"/>
            <p:cNvSpPr/>
            <p:nvPr/>
          </p:nvSpPr>
          <p:spPr>
            <a:xfrm>
              <a:off x="3092789" y="2238127"/>
              <a:ext cx="288742" cy="255461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6" name="Google Shape;3506;p163"/>
            <p:cNvSpPr/>
            <p:nvPr/>
          </p:nvSpPr>
          <p:spPr>
            <a:xfrm>
              <a:off x="3474843" y="2238127"/>
              <a:ext cx="287659" cy="24796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7" name="Google Shape;3507;p163"/>
            <p:cNvSpPr/>
            <p:nvPr/>
          </p:nvSpPr>
          <p:spPr>
            <a:xfrm>
              <a:off x="3855854" y="2317561"/>
              <a:ext cx="12911" cy="9704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2007;p82">
            <a:extLst>
              <a:ext uri="{FF2B5EF4-FFF2-40B4-BE49-F238E27FC236}">
                <a16:creationId xmlns="" xmlns:a16="http://schemas.microsoft.com/office/drawing/2014/main" id="{3B7190A6-4792-9979-038B-B20E2A460564}"/>
              </a:ext>
            </a:extLst>
          </p:cNvPr>
          <p:cNvSpPr txBox="1">
            <a:spLocks/>
          </p:cNvSpPr>
          <p:nvPr/>
        </p:nvSpPr>
        <p:spPr>
          <a:xfrm>
            <a:off x="2896497" y="1202821"/>
            <a:ext cx="3870153" cy="1730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Manjari"/>
              <a:buNone/>
              <a:defRPr sz="1600" b="0" i="0" u="none" strike="noStrike" cap="none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1pPr>
            <a:lvl2pPr marL="914400" marR="0" lvl="1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None/>
              <a:defRPr sz="1400" b="0" i="0" u="none" strike="noStrike" cap="none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2pPr>
            <a:lvl3pPr marL="1371600" marR="0" lvl="2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None/>
              <a:defRPr sz="1400" b="0" i="0" u="none" strike="noStrike" cap="none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3pPr>
            <a:lvl4pPr marL="1828800" marR="0" lvl="3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None/>
              <a:defRPr sz="1400" b="0" i="0" u="none" strike="noStrike" cap="none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4pPr>
            <a:lvl5pPr marL="2286000" marR="0" lvl="4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None/>
              <a:defRPr sz="1400" b="0" i="0" u="none" strike="noStrike" cap="none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5pPr>
            <a:lvl6pPr marL="2743200" marR="0" lvl="5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None/>
              <a:defRPr sz="1400" b="0" i="0" u="none" strike="noStrike" cap="none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6pPr>
            <a:lvl7pPr marL="3200400" marR="0" lvl="6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None/>
              <a:defRPr sz="1400" b="0" i="0" u="none" strike="noStrike" cap="none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7pPr>
            <a:lvl8pPr marL="3657600" marR="0" lvl="7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None/>
              <a:defRPr sz="1400" b="0" i="0" u="none" strike="noStrike" cap="none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8pPr>
            <a:lvl9pPr marL="4114800" marR="0" lvl="8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None/>
              <a:defRPr sz="1400" b="0" i="0" u="none" strike="noStrike" cap="none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9pPr>
          </a:lstStyle>
          <a:p>
            <a:pPr marL="0" indent="0"/>
            <a:r>
              <a:rPr lang="sr-Latn-RS" sz="1400" dirty="0"/>
              <a:t>Mod 1 je mod u koji gramofon ulazi odmah nakon pokretanja. Ako je u toku mod 2, u mod 1 se vraća pritiskom na taster P0_1. Ovaj mod broji nitne i meri vreme te nakon pređenog jednog kruga na ekranu ispisuje koliko je nitni prebrojano i za koje vreme.</a:t>
            </a:r>
            <a:endParaRPr lang="en-US" sz="1400" dirty="0"/>
          </a:p>
        </p:txBody>
      </p:sp>
      <p:sp>
        <p:nvSpPr>
          <p:cNvPr id="3" name="Google Shape;2940;p141">
            <a:extLst>
              <a:ext uri="{FF2B5EF4-FFF2-40B4-BE49-F238E27FC236}">
                <a16:creationId xmlns="" xmlns:a16="http://schemas.microsoft.com/office/drawing/2014/main" id="{948F60DF-4FDF-C827-F9D6-25BA2BCE9E6D}"/>
              </a:ext>
            </a:extLst>
          </p:cNvPr>
          <p:cNvSpPr txBox="1">
            <a:spLocks/>
          </p:cNvSpPr>
          <p:nvPr/>
        </p:nvSpPr>
        <p:spPr>
          <a:xfrm>
            <a:off x="3167242" y="189814"/>
            <a:ext cx="2951875" cy="12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None/>
              <a:defRPr sz="5600" b="1" i="0" u="none" strike="noStrike" cap="none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None/>
              <a:defRPr sz="1800" b="1" i="0" u="none" strike="noStrike" cap="none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None/>
              <a:defRPr sz="1800" b="1" i="0" u="none" strike="noStrike" cap="none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None/>
              <a:defRPr sz="1800" b="1" i="0" u="none" strike="noStrike" cap="none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None/>
              <a:defRPr sz="1800" b="1" i="0" u="none" strike="noStrike" cap="none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None/>
              <a:defRPr sz="1800" b="1" i="0" u="none" strike="noStrike" cap="none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None/>
              <a:defRPr sz="1800" b="1" i="0" u="none" strike="noStrike" cap="none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None/>
              <a:defRPr sz="1800" b="1" i="0" u="none" strike="noStrike" cap="none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None/>
              <a:defRPr sz="1800" b="1" i="0" u="none" strike="noStrike" cap="none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pPr algn="ctr"/>
            <a:r>
              <a:rPr lang="sr-Latn-RS" sz="3800" dirty="0"/>
              <a:t>MOD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2CC3C3D9-2284-F1A5-3976-C0AB6F0D4CB8}"/>
              </a:ext>
            </a:extLst>
          </p:cNvPr>
          <p:cNvSpPr txBox="1"/>
          <p:nvPr/>
        </p:nvSpPr>
        <p:spPr>
          <a:xfrm>
            <a:off x="3522366" y="2762318"/>
            <a:ext cx="2596751" cy="4308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sr-Latn-RS" sz="1100" dirty="0">
                <a:solidFill>
                  <a:schemeClr val="accent2"/>
                </a:solidFill>
                <a:latin typeface="Manjari"/>
              </a:rPr>
              <a:t>Izgled ekrana nakon napravljenog punog kruga i detektovanja 3 nitne:</a:t>
            </a:r>
          </a:p>
        </p:txBody>
      </p:sp>
      <p:sp>
        <p:nvSpPr>
          <p:cNvPr id="3467" name="Google Shape;3467;p163"/>
          <p:cNvSpPr/>
          <p:nvPr/>
        </p:nvSpPr>
        <p:spPr>
          <a:xfrm>
            <a:off x="3553794" y="3171823"/>
            <a:ext cx="2376062" cy="15403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9" name="Google Shape;3469;p163"/>
          <p:cNvSpPr txBox="1">
            <a:spLocks noGrp="1"/>
          </p:cNvSpPr>
          <p:nvPr>
            <p:ph type="title"/>
          </p:nvPr>
        </p:nvSpPr>
        <p:spPr>
          <a:xfrm>
            <a:off x="3765345" y="3362432"/>
            <a:ext cx="1963422" cy="42968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3500" dirty="0">
                <a:solidFill>
                  <a:schemeClr val="dk1"/>
                </a:solidFill>
              </a:rPr>
              <a:t>MOD 1</a:t>
            </a:r>
            <a:endParaRPr sz="3500" dirty="0">
              <a:solidFill>
                <a:schemeClr val="dk1"/>
              </a:solidFill>
            </a:endParaRPr>
          </a:p>
        </p:txBody>
      </p:sp>
      <p:sp>
        <p:nvSpPr>
          <p:cNvPr id="3471" name="Google Shape;3471;p163"/>
          <p:cNvSpPr txBox="1">
            <a:spLocks noGrp="1"/>
          </p:cNvSpPr>
          <p:nvPr>
            <p:ph type="title" idx="3"/>
          </p:nvPr>
        </p:nvSpPr>
        <p:spPr>
          <a:xfrm>
            <a:off x="3691355" y="4073976"/>
            <a:ext cx="2114324" cy="42968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dirty="0">
                <a:solidFill>
                  <a:schemeClr val="dk1"/>
                </a:solidFill>
              </a:rPr>
              <a:t>n:3 </a:t>
            </a:r>
            <a:r>
              <a:rPr lang="en" sz="3500" dirty="0">
                <a:solidFill>
                  <a:schemeClr val="dk1"/>
                </a:solidFill>
              </a:rPr>
              <a:t> 40s</a:t>
            </a:r>
            <a:endParaRPr sz="35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1849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2" name="Google Shape;3472;p163"/>
          <p:cNvSpPr/>
          <p:nvPr/>
        </p:nvSpPr>
        <p:spPr>
          <a:xfrm>
            <a:off x="7805723" y="4117157"/>
            <a:ext cx="1541008" cy="1629664"/>
          </a:xfrm>
          <a:custGeom>
            <a:avLst/>
            <a:gdLst/>
            <a:ahLst/>
            <a:cxnLst/>
            <a:rect l="l" t="t" r="r" b="b"/>
            <a:pathLst>
              <a:path w="13679" h="12066" extrusionOk="0">
                <a:moveTo>
                  <a:pt x="7541" y="1"/>
                </a:moveTo>
                <a:cubicBezTo>
                  <a:pt x="7109" y="1"/>
                  <a:pt x="6648" y="24"/>
                  <a:pt x="6157" y="68"/>
                </a:cubicBezTo>
                <a:cubicBezTo>
                  <a:pt x="1981" y="443"/>
                  <a:pt x="28" y="3173"/>
                  <a:pt x="1" y="6385"/>
                </a:cubicBezTo>
                <a:cubicBezTo>
                  <a:pt x="598" y="10109"/>
                  <a:pt x="2003" y="12066"/>
                  <a:pt x="5300" y="12066"/>
                </a:cubicBezTo>
                <a:cubicBezTo>
                  <a:pt x="5700" y="12066"/>
                  <a:pt x="6128" y="12037"/>
                  <a:pt x="6585" y="11979"/>
                </a:cubicBezTo>
                <a:cubicBezTo>
                  <a:pt x="10680" y="11470"/>
                  <a:pt x="13678" y="9516"/>
                  <a:pt x="12822" y="4297"/>
                </a:cubicBezTo>
                <a:cubicBezTo>
                  <a:pt x="12326" y="1256"/>
                  <a:pt x="10731" y="1"/>
                  <a:pt x="754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73" name="Google Shape;3473;p163"/>
          <p:cNvGrpSpPr/>
          <p:nvPr/>
        </p:nvGrpSpPr>
        <p:grpSpPr>
          <a:xfrm>
            <a:off x="-589068" y="3420490"/>
            <a:ext cx="2304462" cy="2293869"/>
            <a:chOff x="2414491" y="671177"/>
            <a:chExt cx="1830972" cy="1822411"/>
          </a:xfrm>
        </p:grpSpPr>
        <p:sp>
          <p:nvSpPr>
            <p:cNvPr id="3474" name="Google Shape;3474;p163"/>
            <p:cNvSpPr/>
            <p:nvPr/>
          </p:nvSpPr>
          <p:spPr>
            <a:xfrm>
              <a:off x="2414491" y="671177"/>
              <a:ext cx="1830972" cy="1822391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5" name="Google Shape;3475;p163"/>
            <p:cNvSpPr/>
            <p:nvPr/>
          </p:nvSpPr>
          <p:spPr>
            <a:xfrm>
              <a:off x="2796545" y="833253"/>
              <a:ext cx="9704" cy="7538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6" name="Google Shape;3476;p163"/>
            <p:cNvSpPr/>
            <p:nvPr/>
          </p:nvSpPr>
          <p:spPr>
            <a:xfrm>
              <a:off x="2899597" y="677633"/>
              <a:ext cx="287659" cy="242590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7" name="Google Shape;3477;p163"/>
            <p:cNvSpPr/>
            <p:nvPr/>
          </p:nvSpPr>
          <p:spPr>
            <a:xfrm>
              <a:off x="3280608" y="671177"/>
              <a:ext cx="288742" cy="249046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8" name="Google Shape;3478;p163"/>
            <p:cNvSpPr/>
            <p:nvPr/>
          </p:nvSpPr>
          <p:spPr>
            <a:xfrm>
              <a:off x="3662662" y="776354"/>
              <a:ext cx="109506" cy="64437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9" name="Google Shape;3479;p163"/>
            <p:cNvSpPr/>
            <p:nvPr/>
          </p:nvSpPr>
          <p:spPr>
            <a:xfrm>
              <a:off x="3803246" y="797847"/>
              <a:ext cx="6496" cy="122378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0" name="Google Shape;3480;p163"/>
            <p:cNvSpPr/>
            <p:nvPr/>
          </p:nvSpPr>
          <p:spPr>
            <a:xfrm>
              <a:off x="2475641" y="1246463"/>
              <a:ext cx="2205" cy="433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1" name="Google Shape;3481;p163"/>
            <p:cNvSpPr/>
            <p:nvPr/>
          </p:nvSpPr>
          <p:spPr>
            <a:xfrm>
              <a:off x="2616265" y="1006036"/>
              <a:ext cx="2165" cy="220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2" name="Google Shape;3482;p163"/>
            <p:cNvSpPr/>
            <p:nvPr/>
          </p:nvSpPr>
          <p:spPr>
            <a:xfrm>
              <a:off x="2535748" y="1119794"/>
              <a:ext cx="82681" cy="51565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3" name="Google Shape;3483;p163"/>
            <p:cNvSpPr/>
            <p:nvPr/>
          </p:nvSpPr>
          <p:spPr>
            <a:xfrm>
              <a:off x="2711778" y="921268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4" name="Google Shape;3484;p163"/>
            <p:cNvSpPr/>
            <p:nvPr/>
          </p:nvSpPr>
          <p:spPr>
            <a:xfrm>
              <a:off x="3092789" y="92126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5" name="Google Shape;3485;p163"/>
            <p:cNvSpPr/>
            <p:nvPr/>
          </p:nvSpPr>
          <p:spPr>
            <a:xfrm>
              <a:off x="3474843" y="92126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6" name="Google Shape;3486;p163"/>
            <p:cNvSpPr/>
            <p:nvPr/>
          </p:nvSpPr>
          <p:spPr>
            <a:xfrm>
              <a:off x="3855854" y="953467"/>
              <a:ext cx="287659" cy="296240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7" name="Google Shape;3487;p163"/>
            <p:cNvSpPr/>
            <p:nvPr/>
          </p:nvSpPr>
          <p:spPr>
            <a:xfrm>
              <a:off x="2417699" y="1498640"/>
              <a:ext cx="7538" cy="9704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8" name="Google Shape;3488;p163"/>
            <p:cNvSpPr/>
            <p:nvPr/>
          </p:nvSpPr>
          <p:spPr>
            <a:xfrm>
              <a:off x="2518586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9" name="Google Shape;3489;p163"/>
            <p:cNvSpPr/>
            <p:nvPr/>
          </p:nvSpPr>
          <p:spPr>
            <a:xfrm>
              <a:off x="2899597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0" name="Google Shape;3490;p163"/>
            <p:cNvSpPr/>
            <p:nvPr/>
          </p:nvSpPr>
          <p:spPr>
            <a:xfrm>
              <a:off x="3280608" y="1259335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1" name="Google Shape;3491;p163"/>
            <p:cNvSpPr/>
            <p:nvPr/>
          </p:nvSpPr>
          <p:spPr>
            <a:xfrm>
              <a:off x="3662662" y="1258252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2" name="Google Shape;3492;p163"/>
            <p:cNvSpPr/>
            <p:nvPr/>
          </p:nvSpPr>
          <p:spPr>
            <a:xfrm>
              <a:off x="4043673" y="1258252"/>
              <a:ext cx="193230" cy="329521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3" name="Google Shape;3493;p163"/>
            <p:cNvSpPr/>
            <p:nvPr/>
          </p:nvSpPr>
          <p:spPr>
            <a:xfrm>
              <a:off x="2423072" y="1578074"/>
              <a:ext cx="195355" cy="32843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4" name="Google Shape;3494;p163"/>
            <p:cNvSpPr/>
            <p:nvPr/>
          </p:nvSpPr>
          <p:spPr>
            <a:xfrm>
              <a:off x="2711778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5" name="Google Shape;3495;p163"/>
            <p:cNvSpPr/>
            <p:nvPr/>
          </p:nvSpPr>
          <p:spPr>
            <a:xfrm>
              <a:off x="3092789" y="1578074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6" name="Google Shape;3496;p163"/>
            <p:cNvSpPr/>
            <p:nvPr/>
          </p:nvSpPr>
          <p:spPr>
            <a:xfrm>
              <a:off x="3474843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7" name="Google Shape;3497;p163"/>
            <p:cNvSpPr/>
            <p:nvPr/>
          </p:nvSpPr>
          <p:spPr>
            <a:xfrm>
              <a:off x="3855854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8" name="Google Shape;3498;p163"/>
            <p:cNvSpPr/>
            <p:nvPr/>
          </p:nvSpPr>
          <p:spPr>
            <a:xfrm>
              <a:off x="2518586" y="1919388"/>
              <a:ext cx="287659" cy="293033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9" name="Google Shape;3499;p163"/>
            <p:cNvSpPr/>
            <p:nvPr/>
          </p:nvSpPr>
          <p:spPr>
            <a:xfrm>
              <a:off x="2899597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0" name="Google Shape;3500;p163"/>
            <p:cNvSpPr/>
            <p:nvPr/>
          </p:nvSpPr>
          <p:spPr>
            <a:xfrm>
              <a:off x="3280608" y="191938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1" name="Google Shape;3501;p163"/>
            <p:cNvSpPr/>
            <p:nvPr/>
          </p:nvSpPr>
          <p:spPr>
            <a:xfrm>
              <a:off x="3662662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2" name="Google Shape;3502;p163"/>
            <p:cNvSpPr/>
            <p:nvPr/>
          </p:nvSpPr>
          <p:spPr>
            <a:xfrm>
              <a:off x="4043673" y="1998782"/>
              <a:ext cx="78391" cy="4940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3" name="Google Shape;3503;p163"/>
            <p:cNvSpPr/>
            <p:nvPr/>
          </p:nvSpPr>
          <p:spPr>
            <a:xfrm>
              <a:off x="2884560" y="2317561"/>
              <a:ext cx="114879" cy="68727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4" name="Google Shape;3504;p163"/>
            <p:cNvSpPr/>
            <p:nvPr/>
          </p:nvSpPr>
          <p:spPr>
            <a:xfrm>
              <a:off x="2852362" y="2238127"/>
              <a:ext cx="6496" cy="129916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5" name="Google Shape;3505;p163"/>
            <p:cNvSpPr/>
            <p:nvPr/>
          </p:nvSpPr>
          <p:spPr>
            <a:xfrm>
              <a:off x="3092789" y="2238127"/>
              <a:ext cx="288742" cy="255461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6" name="Google Shape;3506;p163"/>
            <p:cNvSpPr/>
            <p:nvPr/>
          </p:nvSpPr>
          <p:spPr>
            <a:xfrm>
              <a:off x="3474843" y="2238127"/>
              <a:ext cx="287659" cy="24796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7" name="Google Shape;3507;p163"/>
            <p:cNvSpPr/>
            <p:nvPr/>
          </p:nvSpPr>
          <p:spPr>
            <a:xfrm>
              <a:off x="3855854" y="2317561"/>
              <a:ext cx="12911" cy="9704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2007;p82">
            <a:extLst>
              <a:ext uri="{FF2B5EF4-FFF2-40B4-BE49-F238E27FC236}">
                <a16:creationId xmlns="" xmlns:a16="http://schemas.microsoft.com/office/drawing/2014/main" id="{3B7190A6-4792-9979-038B-B20E2A460564}"/>
              </a:ext>
            </a:extLst>
          </p:cNvPr>
          <p:cNvSpPr txBox="1">
            <a:spLocks/>
          </p:cNvSpPr>
          <p:nvPr/>
        </p:nvSpPr>
        <p:spPr>
          <a:xfrm>
            <a:off x="2284750" y="1202821"/>
            <a:ext cx="3870153" cy="1730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Manjari"/>
              <a:buNone/>
              <a:defRPr sz="1600" b="0" i="0" u="none" strike="noStrike" cap="none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1pPr>
            <a:lvl2pPr marL="914400" marR="0" lvl="1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None/>
              <a:defRPr sz="1400" b="0" i="0" u="none" strike="noStrike" cap="none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2pPr>
            <a:lvl3pPr marL="1371600" marR="0" lvl="2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None/>
              <a:defRPr sz="1400" b="0" i="0" u="none" strike="noStrike" cap="none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3pPr>
            <a:lvl4pPr marL="1828800" marR="0" lvl="3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None/>
              <a:defRPr sz="1400" b="0" i="0" u="none" strike="noStrike" cap="none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4pPr>
            <a:lvl5pPr marL="2286000" marR="0" lvl="4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None/>
              <a:defRPr sz="1400" b="0" i="0" u="none" strike="noStrike" cap="none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5pPr>
            <a:lvl6pPr marL="2743200" marR="0" lvl="5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None/>
              <a:defRPr sz="1400" b="0" i="0" u="none" strike="noStrike" cap="none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6pPr>
            <a:lvl7pPr marL="3200400" marR="0" lvl="6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None/>
              <a:defRPr sz="1400" b="0" i="0" u="none" strike="noStrike" cap="none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7pPr>
            <a:lvl8pPr marL="3657600" marR="0" lvl="7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None/>
              <a:defRPr sz="1400" b="0" i="0" u="none" strike="noStrike" cap="none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8pPr>
            <a:lvl9pPr marL="4114800" marR="0" lvl="8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None/>
              <a:defRPr sz="1400" b="0" i="0" u="none" strike="noStrike" cap="none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9pPr>
          </a:lstStyle>
          <a:p>
            <a:pPr marL="0" indent="0"/>
            <a:r>
              <a:rPr lang="sr-Latn-RS" sz="1400" dirty="0"/>
              <a:t>U mod 2 ulazi se pritiskom na taster P0_1. Ovom modu preko UART-a zadajemo broj nitni koji treba da izbroji. Kad je dobio broj (n) koji je </a:t>
            </a:r>
            <a:r>
              <a:rPr lang="en-US" sz="1400" dirty="0"/>
              <a:t>&gt;=</a:t>
            </a:r>
            <a:r>
              <a:rPr lang="sr-Latn-RS" sz="1400" dirty="0"/>
              <a:t>0, pokreće gramofon, broji nitne i meri vreme. Ispis na ekranu je vreme koje je bilo potrebno za prebrojavanje.</a:t>
            </a:r>
            <a:endParaRPr lang="sr-Latn-RS" sz="1300" b="0" dirty="0">
              <a:solidFill>
                <a:srgbClr val="212121"/>
              </a:solidFill>
              <a:effectLst/>
            </a:endParaRPr>
          </a:p>
          <a:p>
            <a:pPr marL="0" indent="0"/>
            <a:endParaRPr lang="en-US" sz="1400" dirty="0"/>
          </a:p>
        </p:txBody>
      </p:sp>
      <p:sp>
        <p:nvSpPr>
          <p:cNvPr id="3" name="Google Shape;2940;p141">
            <a:extLst>
              <a:ext uri="{FF2B5EF4-FFF2-40B4-BE49-F238E27FC236}">
                <a16:creationId xmlns="" xmlns:a16="http://schemas.microsoft.com/office/drawing/2014/main" id="{948F60DF-4FDF-C827-F9D6-25BA2BCE9E6D}"/>
              </a:ext>
            </a:extLst>
          </p:cNvPr>
          <p:cNvSpPr txBox="1">
            <a:spLocks/>
          </p:cNvSpPr>
          <p:nvPr/>
        </p:nvSpPr>
        <p:spPr>
          <a:xfrm>
            <a:off x="2819602" y="17808"/>
            <a:ext cx="2951875" cy="12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None/>
              <a:defRPr sz="5600" b="1" i="0" u="none" strike="noStrike" cap="none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None/>
              <a:defRPr sz="1800" b="1" i="0" u="none" strike="noStrike" cap="none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None/>
              <a:defRPr sz="1800" b="1" i="0" u="none" strike="noStrike" cap="none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None/>
              <a:defRPr sz="1800" b="1" i="0" u="none" strike="noStrike" cap="none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None/>
              <a:defRPr sz="1800" b="1" i="0" u="none" strike="noStrike" cap="none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None/>
              <a:defRPr sz="1800" b="1" i="0" u="none" strike="noStrike" cap="none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None/>
              <a:defRPr sz="1800" b="1" i="0" u="none" strike="noStrike" cap="none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None/>
              <a:defRPr sz="1800" b="1" i="0" u="none" strike="noStrike" cap="none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None/>
              <a:defRPr sz="1800" b="1" i="0" u="none" strike="noStrike" cap="none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pPr algn="ctr"/>
            <a:r>
              <a:rPr lang="sr-Latn-RS" sz="3800" dirty="0"/>
              <a:t>MOD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2CC3C3D9-2284-F1A5-3976-C0AB6F0D4CB8}"/>
              </a:ext>
            </a:extLst>
          </p:cNvPr>
          <p:cNvSpPr txBox="1"/>
          <p:nvPr/>
        </p:nvSpPr>
        <p:spPr>
          <a:xfrm>
            <a:off x="3277455" y="2790536"/>
            <a:ext cx="2376062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sr-Latn-RS" sz="1200" dirty="0">
                <a:solidFill>
                  <a:schemeClr val="accent2"/>
                </a:solidFill>
                <a:latin typeface="Manjari"/>
              </a:rPr>
              <a:t>Primer izgleda ekrana nakon detektovanja zadatog broja nitni:</a:t>
            </a:r>
          </a:p>
        </p:txBody>
      </p:sp>
      <p:sp>
        <p:nvSpPr>
          <p:cNvPr id="3467" name="Google Shape;3467;p163"/>
          <p:cNvSpPr/>
          <p:nvPr/>
        </p:nvSpPr>
        <p:spPr>
          <a:xfrm>
            <a:off x="3284882" y="3221423"/>
            <a:ext cx="2376062" cy="15403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9" name="Google Shape;3469;p163"/>
          <p:cNvSpPr txBox="1">
            <a:spLocks noGrp="1"/>
          </p:cNvSpPr>
          <p:nvPr>
            <p:ph type="title"/>
          </p:nvPr>
        </p:nvSpPr>
        <p:spPr>
          <a:xfrm>
            <a:off x="3496433" y="3412032"/>
            <a:ext cx="1963422" cy="42968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3500" dirty="0">
                <a:solidFill>
                  <a:schemeClr val="dk1"/>
                </a:solidFill>
              </a:rPr>
              <a:t>MOD 2</a:t>
            </a:r>
            <a:endParaRPr sz="3500" dirty="0">
              <a:solidFill>
                <a:schemeClr val="dk1"/>
              </a:solidFill>
            </a:endParaRPr>
          </a:p>
        </p:txBody>
      </p:sp>
      <p:sp>
        <p:nvSpPr>
          <p:cNvPr id="3471" name="Google Shape;3471;p163"/>
          <p:cNvSpPr txBox="1">
            <a:spLocks noGrp="1"/>
          </p:cNvSpPr>
          <p:nvPr>
            <p:ph type="title" idx="3"/>
          </p:nvPr>
        </p:nvSpPr>
        <p:spPr>
          <a:xfrm>
            <a:off x="3422443" y="4123576"/>
            <a:ext cx="2114324" cy="42968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3500" dirty="0">
                <a:solidFill>
                  <a:schemeClr val="dk1"/>
                </a:solidFill>
              </a:rPr>
              <a:t>56</a:t>
            </a:r>
            <a:r>
              <a:rPr lang="en" sz="3500" dirty="0">
                <a:solidFill>
                  <a:schemeClr val="dk1"/>
                </a:solidFill>
              </a:rPr>
              <a:t>s</a:t>
            </a:r>
            <a:endParaRPr sz="35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2818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9" name="Google Shape;3469;p163"/>
          <p:cNvSpPr txBox="1">
            <a:spLocks noGrp="1"/>
          </p:cNvSpPr>
          <p:nvPr>
            <p:ph type="title"/>
          </p:nvPr>
        </p:nvSpPr>
        <p:spPr>
          <a:xfrm>
            <a:off x="5359336" y="4159441"/>
            <a:ext cx="1963422" cy="42968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1300" dirty="0">
                <a:solidFill>
                  <a:schemeClr val="dk1"/>
                </a:solidFill>
              </a:rPr>
              <a:t>MOD 1</a:t>
            </a:r>
            <a:endParaRPr sz="1300" dirty="0">
              <a:solidFill>
                <a:schemeClr val="dk1"/>
              </a:solidFill>
            </a:endParaRPr>
          </a:p>
        </p:txBody>
      </p:sp>
      <p:sp>
        <p:nvSpPr>
          <p:cNvPr id="3471" name="Google Shape;3471;p163"/>
          <p:cNvSpPr txBox="1">
            <a:spLocks noGrp="1"/>
          </p:cNvSpPr>
          <p:nvPr>
            <p:ph type="title" idx="3"/>
          </p:nvPr>
        </p:nvSpPr>
        <p:spPr>
          <a:xfrm>
            <a:off x="6121506" y="180645"/>
            <a:ext cx="2114324" cy="42968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dk1"/>
                </a:solidFill>
              </a:rPr>
              <a:t>n:3 </a:t>
            </a:r>
            <a:r>
              <a:rPr lang="en" sz="1300" dirty="0">
                <a:solidFill>
                  <a:schemeClr val="dk1"/>
                </a:solidFill>
              </a:rPr>
              <a:t> 40s</a:t>
            </a:r>
            <a:endParaRPr sz="1300" dirty="0">
              <a:solidFill>
                <a:schemeClr val="dk1"/>
              </a:solidFill>
            </a:endParaRPr>
          </a:p>
        </p:txBody>
      </p:sp>
      <p:grpSp>
        <p:nvGrpSpPr>
          <p:cNvPr id="3473" name="Google Shape;3473;p163"/>
          <p:cNvGrpSpPr/>
          <p:nvPr/>
        </p:nvGrpSpPr>
        <p:grpSpPr>
          <a:xfrm>
            <a:off x="-589068" y="3420490"/>
            <a:ext cx="2304462" cy="2293869"/>
            <a:chOff x="2414491" y="671177"/>
            <a:chExt cx="1830972" cy="1822411"/>
          </a:xfrm>
        </p:grpSpPr>
        <p:sp>
          <p:nvSpPr>
            <p:cNvPr id="3474" name="Google Shape;3474;p163"/>
            <p:cNvSpPr/>
            <p:nvPr/>
          </p:nvSpPr>
          <p:spPr>
            <a:xfrm>
              <a:off x="2414491" y="671177"/>
              <a:ext cx="1830972" cy="1822391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5" name="Google Shape;3475;p163"/>
            <p:cNvSpPr/>
            <p:nvPr/>
          </p:nvSpPr>
          <p:spPr>
            <a:xfrm>
              <a:off x="2796545" y="833253"/>
              <a:ext cx="9704" cy="7538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6" name="Google Shape;3476;p163"/>
            <p:cNvSpPr/>
            <p:nvPr/>
          </p:nvSpPr>
          <p:spPr>
            <a:xfrm>
              <a:off x="2899597" y="677633"/>
              <a:ext cx="287659" cy="242590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7" name="Google Shape;3477;p163"/>
            <p:cNvSpPr/>
            <p:nvPr/>
          </p:nvSpPr>
          <p:spPr>
            <a:xfrm>
              <a:off x="3280608" y="671177"/>
              <a:ext cx="288742" cy="249046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8" name="Google Shape;3478;p163"/>
            <p:cNvSpPr/>
            <p:nvPr/>
          </p:nvSpPr>
          <p:spPr>
            <a:xfrm>
              <a:off x="3662662" y="776354"/>
              <a:ext cx="109506" cy="64437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9" name="Google Shape;3479;p163"/>
            <p:cNvSpPr/>
            <p:nvPr/>
          </p:nvSpPr>
          <p:spPr>
            <a:xfrm>
              <a:off x="3803246" y="797847"/>
              <a:ext cx="6496" cy="122378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0" name="Google Shape;3480;p163"/>
            <p:cNvSpPr/>
            <p:nvPr/>
          </p:nvSpPr>
          <p:spPr>
            <a:xfrm>
              <a:off x="2475641" y="1246463"/>
              <a:ext cx="2205" cy="433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1" name="Google Shape;3481;p163"/>
            <p:cNvSpPr/>
            <p:nvPr/>
          </p:nvSpPr>
          <p:spPr>
            <a:xfrm>
              <a:off x="2616265" y="1006036"/>
              <a:ext cx="2165" cy="220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2" name="Google Shape;3482;p163"/>
            <p:cNvSpPr/>
            <p:nvPr/>
          </p:nvSpPr>
          <p:spPr>
            <a:xfrm>
              <a:off x="2535748" y="1119794"/>
              <a:ext cx="82681" cy="51565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3" name="Google Shape;3483;p163"/>
            <p:cNvSpPr/>
            <p:nvPr/>
          </p:nvSpPr>
          <p:spPr>
            <a:xfrm>
              <a:off x="2711778" y="921268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4" name="Google Shape;3484;p163"/>
            <p:cNvSpPr/>
            <p:nvPr/>
          </p:nvSpPr>
          <p:spPr>
            <a:xfrm>
              <a:off x="3092789" y="92126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5" name="Google Shape;3485;p163"/>
            <p:cNvSpPr/>
            <p:nvPr/>
          </p:nvSpPr>
          <p:spPr>
            <a:xfrm>
              <a:off x="3474843" y="92126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6" name="Google Shape;3486;p163"/>
            <p:cNvSpPr/>
            <p:nvPr/>
          </p:nvSpPr>
          <p:spPr>
            <a:xfrm>
              <a:off x="3855854" y="953467"/>
              <a:ext cx="287659" cy="296240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7" name="Google Shape;3487;p163"/>
            <p:cNvSpPr/>
            <p:nvPr/>
          </p:nvSpPr>
          <p:spPr>
            <a:xfrm>
              <a:off x="2417699" y="1498640"/>
              <a:ext cx="7538" cy="9704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8" name="Google Shape;3488;p163"/>
            <p:cNvSpPr/>
            <p:nvPr/>
          </p:nvSpPr>
          <p:spPr>
            <a:xfrm>
              <a:off x="2518586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9" name="Google Shape;3489;p163"/>
            <p:cNvSpPr/>
            <p:nvPr/>
          </p:nvSpPr>
          <p:spPr>
            <a:xfrm>
              <a:off x="2899597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0" name="Google Shape;3490;p163"/>
            <p:cNvSpPr/>
            <p:nvPr/>
          </p:nvSpPr>
          <p:spPr>
            <a:xfrm>
              <a:off x="3280608" y="1259335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1" name="Google Shape;3491;p163"/>
            <p:cNvSpPr/>
            <p:nvPr/>
          </p:nvSpPr>
          <p:spPr>
            <a:xfrm>
              <a:off x="3662662" y="1258252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2" name="Google Shape;3492;p163"/>
            <p:cNvSpPr/>
            <p:nvPr/>
          </p:nvSpPr>
          <p:spPr>
            <a:xfrm>
              <a:off x="4043673" y="1258252"/>
              <a:ext cx="193230" cy="329521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3" name="Google Shape;3493;p163"/>
            <p:cNvSpPr/>
            <p:nvPr/>
          </p:nvSpPr>
          <p:spPr>
            <a:xfrm>
              <a:off x="2423072" y="1578074"/>
              <a:ext cx="195355" cy="32843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4" name="Google Shape;3494;p163"/>
            <p:cNvSpPr/>
            <p:nvPr/>
          </p:nvSpPr>
          <p:spPr>
            <a:xfrm>
              <a:off x="2711778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5" name="Google Shape;3495;p163"/>
            <p:cNvSpPr/>
            <p:nvPr/>
          </p:nvSpPr>
          <p:spPr>
            <a:xfrm>
              <a:off x="3092789" y="1578074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6" name="Google Shape;3496;p163"/>
            <p:cNvSpPr/>
            <p:nvPr/>
          </p:nvSpPr>
          <p:spPr>
            <a:xfrm>
              <a:off x="3474843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7" name="Google Shape;3497;p163"/>
            <p:cNvSpPr/>
            <p:nvPr/>
          </p:nvSpPr>
          <p:spPr>
            <a:xfrm>
              <a:off x="3855854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8" name="Google Shape;3498;p163"/>
            <p:cNvSpPr/>
            <p:nvPr/>
          </p:nvSpPr>
          <p:spPr>
            <a:xfrm>
              <a:off x="2518586" y="1919388"/>
              <a:ext cx="287659" cy="293033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9" name="Google Shape;3499;p163"/>
            <p:cNvSpPr/>
            <p:nvPr/>
          </p:nvSpPr>
          <p:spPr>
            <a:xfrm>
              <a:off x="2899597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0" name="Google Shape;3500;p163"/>
            <p:cNvSpPr/>
            <p:nvPr/>
          </p:nvSpPr>
          <p:spPr>
            <a:xfrm>
              <a:off x="3280608" y="191938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1" name="Google Shape;3501;p163"/>
            <p:cNvSpPr/>
            <p:nvPr/>
          </p:nvSpPr>
          <p:spPr>
            <a:xfrm>
              <a:off x="3662662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2" name="Google Shape;3502;p163"/>
            <p:cNvSpPr/>
            <p:nvPr/>
          </p:nvSpPr>
          <p:spPr>
            <a:xfrm>
              <a:off x="4043673" y="1998782"/>
              <a:ext cx="78391" cy="4940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3" name="Google Shape;3503;p163"/>
            <p:cNvSpPr/>
            <p:nvPr/>
          </p:nvSpPr>
          <p:spPr>
            <a:xfrm>
              <a:off x="2884560" y="2317561"/>
              <a:ext cx="114879" cy="68727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4" name="Google Shape;3504;p163"/>
            <p:cNvSpPr/>
            <p:nvPr/>
          </p:nvSpPr>
          <p:spPr>
            <a:xfrm>
              <a:off x="2852362" y="2238127"/>
              <a:ext cx="6496" cy="129916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5" name="Google Shape;3505;p163"/>
            <p:cNvSpPr/>
            <p:nvPr/>
          </p:nvSpPr>
          <p:spPr>
            <a:xfrm>
              <a:off x="3092789" y="2238127"/>
              <a:ext cx="288742" cy="255461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6" name="Google Shape;3506;p163"/>
            <p:cNvSpPr/>
            <p:nvPr/>
          </p:nvSpPr>
          <p:spPr>
            <a:xfrm>
              <a:off x="3474843" y="2238127"/>
              <a:ext cx="287659" cy="24796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7" name="Google Shape;3507;p163"/>
            <p:cNvSpPr/>
            <p:nvPr/>
          </p:nvSpPr>
          <p:spPr>
            <a:xfrm>
              <a:off x="3855854" y="2317561"/>
              <a:ext cx="12911" cy="9704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="" xmlns:a16="http://schemas.microsoft.com/office/drawing/2014/main" id="{D2CD83B7-CCF4-6882-335F-69BB376B04B3}"/>
              </a:ext>
            </a:extLst>
          </p:cNvPr>
          <p:cNvGrpSpPr/>
          <p:nvPr/>
        </p:nvGrpSpPr>
        <p:grpSpPr>
          <a:xfrm>
            <a:off x="7419374" y="316325"/>
            <a:ext cx="1338192" cy="847176"/>
            <a:chOff x="644851" y="2952127"/>
            <a:chExt cx="2376062" cy="1540320"/>
          </a:xfrm>
        </p:grpSpPr>
        <p:sp>
          <p:nvSpPr>
            <p:cNvPr id="45" name="Google Shape;3467;p163"/>
            <p:cNvSpPr/>
            <p:nvPr/>
          </p:nvSpPr>
          <p:spPr>
            <a:xfrm>
              <a:off x="644851" y="2952127"/>
              <a:ext cx="2376062" cy="15403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/>
            </a:p>
          </p:txBody>
        </p:sp>
        <p:sp>
          <p:nvSpPr>
            <p:cNvPr id="46" name="Google Shape;3469;p163"/>
            <p:cNvSpPr txBox="1">
              <a:spLocks/>
            </p:cNvSpPr>
            <p:nvPr/>
          </p:nvSpPr>
          <p:spPr>
            <a:xfrm>
              <a:off x="856402" y="3142736"/>
              <a:ext cx="2092912" cy="429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56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1pPr>
              <a:lvl2pPr marR="0" lvl="1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18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2pPr>
              <a:lvl3pPr marR="0" lvl="2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18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3pPr>
              <a:lvl4pPr marR="0" lvl="3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18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4pPr>
              <a:lvl5pPr marR="0" lvl="4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18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5pPr>
              <a:lvl6pPr marR="0" lvl="5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18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6pPr>
              <a:lvl7pPr marR="0" lvl="6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18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7pPr>
              <a:lvl8pPr marR="0" lvl="7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18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8pPr>
              <a:lvl9pPr marR="0" lvl="8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18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9pPr>
            </a:lstStyle>
            <a:p>
              <a:r>
                <a:rPr lang="sr-Latn-RS" sz="1300" dirty="0">
                  <a:solidFill>
                    <a:schemeClr val="dk1"/>
                  </a:solidFill>
                </a:rPr>
                <a:t>MOD 2</a:t>
              </a:r>
            </a:p>
          </p:txBody>
        </p:sp>
      </p:grpSp>
      <p:sp>
        <p:nvSpPr>
          <p:cNvPr id="2" name="Google Shape;2007;p82">
            <a:extLst>
              <a:ext uri="{FF2B5EF4-FFF2-40B4-BE49-F238E27FC236}">
                <a16:creationId xmlns="" xmlns:a16="http://schemas.microsoft.com/office/drawing/2014/main" id="{3B7190A6-4792-9979-038B-B20E2A460564}"/>
              </a:ext>
            </a:extLst>
          </p:cNvPr>
          <p:cNvSpPr txBox="1">
            <a:spLocks/>
          </p:cNvSpPr>
          <p:nvPr/>
        </p:nvSpPr>
        <p:spPr>
          <a:xfrm>
            <a:off x="423882" y="3156330"/>
            <a:ext cx="4658718" cy="1179547"/>
          </a:xfrm>
          <a:prstGeom prst="rect">
            <a:avLst/>
          </a:prstGeom>
          <a:solidFill>
            <a:schemeClr val="tx1"/>
          </a:solidFill>
          <a:ln>
            <a:solidFill>
              <a:schemeClr val="accent2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Manjari"/>
              <a:buNone/>
              <a:defRPr sz="1600" b="0" i="0" u="none" strike="noStrike" cap="none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1pPr>
            <a:lvl2pPr marL="914400" marR="0" lvl="1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None/>
              <a:defRPr sz="1400" b="0" i="0" u="none" strike="noStrike" cap="none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2pPr>
            <a:lvl3pPr marL="1371600" marR="0" lvl="2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None/>
              <a:defRPr sz="1400" b="0" i="0" u="none" strike="noStrike" cap="none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3pPr>
            <a:lvl4pPr marL="1828800" marR="0" lvl="3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None/>
              <a:defRPr sz="1400" b="0" i="0" u="none" strike="noStrike" cap="none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4pPr>
            <a:lvl5pPr marL="2286000" marR="0" lvl="4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None/>
              <a:defRPr sz="1400" b="0" i="0" u="none" strike="noStrike" cap="none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5pPr>
            <a:lvl6pPr marL="2743200" marR="0" lvl="5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None/>
              <a:defRPr sz="1400" b="0" i="0" u="none" strike="noStrike" cap="none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6pPr>
            <a:lvl7pPr marL="3200400" marR="0" lvl="6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None/>
              <a:defRPr sz="1400" b="0" i="0" u="none" strike="noStrike" cap="none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7pPr>
            <a:lvl8pPr marL="3657600" marR="0" lvl="7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None/>
              <a:defRPr sz="1400" b="0" i="0" u="none" strike="noStrike" cap="none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8pPr>
            <a:lvl9pPr marL="4114800" marR="0" lvl="8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None/>
              <a:defRPr sz="1400" b="0" i="0" u="none" strike="noStrike" cap="none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9pPr>
          </a:lstStyle>
          <a:p>
            <a:pPr marL="0" indent="0"/>
            <a:r>
              <a:rPr lang="sr-Latn-RS" dirty="0"/>
              <a:t>Parametri </a:t>
            </a:r>
            <a:r>
              <a:rPr lang="en-US" dirty="0" err="1" smtClean="0"/>
              <a:t>tr</a:t>
            </a:r>
            <a:r>
              <a:rPr lang="sr-Latn-RS" dirty="0" smtClean="0"/>
              <a:t>eba </a:t>
            </a:r>
            <a:r>
              <a:rPr lang="sr-Latn-RS" dirty="0"/>
              <a:t>da se ispišu na drugi red </a:t>
            </a:r>
            <a:r>
              <a:rPr lang="sr-Latn-RS" dirty="0" smtClean="0"/>
              <a:t>ekrana</a:t>
            </a:r>
            <a:r>
              <a:rPr lang="en-US" dirty="0" smtClean="0"/>
              <a:t>. Oni</a:t>
            </a:r>
            <a:r>
              <a:rPr lang="sr-Latn-RS" dirty="0" smtClean="0"/>
              <a:t> </a:t>
            </a:r>
            <a:r>
              <a:rPr lang="sr-Latn-RS" dirty="0"/>
              <a:t>se nalaze u promenljivim </a:t>
            </a:r>
            <a:r>
              <a:rPr lang="en-US" i="1" dirty="0"/>
              <a:t>tajmer</a:t>
            </a:r>
            <a:r>
              <a:rPr lang="en-US" dirty="0"/>
              <a:t> I </a:t>
            </a:r>
            <a:r>
              <a:rPr lang="en-US" i="1" dirty="0" err="1"/>
              <a:t>nitne</a:t>
            </a:r>
            <a:r>
              <a:rPr lang="sr-Latn-RS" i="1" dirty="0" smtClean="0"/>
              <a:t>. </a:t>
            </a:r>
            <a:r>
              <a:rPr lang="en-US" dirty="0" err="1" smtClean="0"/>
              <a:t>Funkcija</a:t>
            </a:r>
            <a:r>
              <a:rPr lang="en-US" dirty="0" smtClean="0"/>
              <a:t> </a:t>
            </a:r>
            <a:r>
              <a:rPr lang="en-US" i="1" dirty="0"/>
              <a:t>num2str </a:t>
            </a:r>
            <a:r>
              <a:rPr lang="en-US" dirty="0" err="1"/>
              <a:t>pretvara</a:t>
            </a:r>
            <a:r>
              <a:rPr lang="en-US" dirty="0"/>
              <a:t> </a:t>
            </a:r>
            <a:r>
              <a:rPr lang="en-US" dirty="0" err="1"/>
              <a:t>vrednosti</a:t>
            </a:r>
            <a:r>
              <a:rPr lang="en-US" dirty="0"/>
              <a:t> </a:t>
            </a:r>
            <a:r>
              <a:rPr lang="sr-Latn-RS" dirty="0"/>
              <a:t>parametara</a:t>
            </a:r>
            <a:r>
              <a:rPr lang="en-US" dirty="0"/>
              <a:t> 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dirty="0" err="1"/>
              <a:t>broja</a:t>
            </a:r>
            <a:r>
              <a:rPr lang="en-US" dirty="0"/>
              <a:t> u string,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sr-Latn-RS" dirty="0"/>
              <a:t>ih </a:t>
            </a:r>
            <a:r>
              <a:rPr lang="en-US" dirty="0" err="1"/>
              <a:t>ispisuj</a:t>
            </a:r>
            <a:r>
              <a:rPr lang="sr-Latn-RS" dirty="0"/>
              <a:t>e</a:t>
            </a:r>
            <a:r>
              <a:rPr lang="en-US" dirty="0"/>
              <a:t> </a:t>
            </a:r>
            <a:r>
              <a:rPr lang="en-US" dirty="0" err="1"/>
              <a:t>pomo</a:t>
            </a:r>
            <a:r>
              <a:rPr lang="sr-Latn-RS" dirty="0"/>
              <a:t>ć</a:t>
            </a:r>
            <a:r>
              <a:rPr lang="en-US" dirty="0"/>
              <a:t>u</a:t>
            </a:r>
            <a:r>
              <a:rPr lang="sr-Latn-RS" dirty="0"/>
              <a:t> </a:t>
            </a:r>
            <a:r>
              <a:rPr lang="sr-Latn-RS" i="1" dirty="0"/>
              <a:t>writeLine</a:t>
            </a:r>
            <a:r>
              <a:rPr lang="sr-Latn-RS" dirty="0"/>
              <a:t>.</a:t>
            </a:r>
            <a:endParaRPr lang="en-US" i="1" dirty="0"/>
          </a:p>
        </p:txBody>
      </p:sp>
      <p:sp>
        <p:nvSpPr>
          <p:cNvPr id="3" name="Google Shape;2940;p141">
            <a:extLst>
              <a:ext uri="{FF2B5EF4-FFF2-40B4-BE49-F238E27FC236}">
                <a16:creationId xmlns="" xmlns:a16="http://schemas.microsoft.com/office/drawing/2014/main" id="{948F60DF-4FDF-C827-F9D6-25BA2BCE9E6D}"/>
              </a:ext>
            </a:extLst>
          </p:cNvPr>
          <p:cNvSpPr txBox="1">
            <a:spLocks/>
          </p:cNvSpPr>
          <p:nvPr/>
        </p:nvSpPr>
        <p:spPr>
          <a:xfrm>
            <a:off x="546415" y="2527069"/>
            <a:ext cx="2717707" cy="6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None/>
              <a:defRPr sz="5600" b="1" i="0" u="none" strike="noStrike" cap="none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None/>
              <a:defRPr sz="1800" b="1" i="0" u="none" strike="noStrike" cap="none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None/>
              <a:defRPr sz="1800" b="1" i="0" u="none" strike="noStrike" cap="none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None/>
              <a:defRPr sz="1800" b="1" i="0" u="none" strike="noStrike" cap="none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None/>
              <a:defRPr sz="1800" b="1" i="0" u="none" strike="noStrike" cap="none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None/>
              <a:defRPr sz="1800" b="1" i="0" u="none" strike="noStrike" cap="none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None/>
              <a:defRPr sz="1800" b="1" i="0" u="none" strike="noStrike" cap="none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None/>
              <a:defRPr sz="1800" b="1" i="0" u="none" strike="noStrike" cap="none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None/>
              <a:defRPr sz="1800" b="1" i="0" u="none" strike="noStrike" cap="none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pPr algn="ctr"/>
            <a:r>
              <a:rPr lang="en-US" sz="2500" dirty="0" err="1"/>
              <a:t>Ispis</a:t>
            </a:r>
            <a:r>
              <a:rPr lang="en-US" sz="2500" dirty="0"/>
              <a:t> </a:t>
            </a:r>
            <a:r>
              <a:rPr lang="en-US" sz="2500" dirty="0" err="1"/>
              <a:t>parametara</a:t>
            </a:r>
            <a:endParaRPr lang="sr-Latn-RS" sz="2500" dirty="0"/>
          </a:p>
        </p:txBody>
      </p:sp>
      <p:grpSp>
        <p:nvGrpSpPr>
          <p:cNvPr id="15" name="Group 14">
            <a:extLst>
              <a:ext uri="{FF2B5EF4-FFF2-40B4-BE49-F238E27FC236}">
                <a16:creationId xmlns="" xmlns:a16="http://schemas.microsoft.com/office/drawing/2014/main" id="{E90E0A9E-6FA8-2911-E2D8-85E424B17568}"/>
              </a:ext>
            </a:extLst>
          </p:cNvPr>
          <p:cNvGrpSpPr/>
          <p:nvPr/>
        </p:nvGrpSpPr>
        <p:grpSpPr>
          <a:xfrm>
            <a:off x="5603943" y="1838397"/>
            <a:ext cx="1338192" cy="847176"/>
            <a:chOff x="644851" y="2952127"/>
            <a:chExt cx="2376062" cy="1540320"/>
          </a:xfrm>
        </p:grpSpPr>
        <p:sp>
          <p:nvSpPr>
            <p:cNvPr id="16" name="Google Shape;3467;p163">
              <a:extLst>
                <a:ext uri="{FF2B5EF4-FFF2-40B4-BE49-F238E27FC236}">
                  <a16:creationId xmlns="" xmlns:a16="http://schemas.microsoft.com/office/drawing/2014/main" id="{710B1A6A-99F7-6A17-7C5E-C6A8068E9305}"/>
                </a:ext>
              </a:extLst>
            </p:cNvPr>
            <p:cNvSpPr/>
            <p:nvPr/>
          </p:nvSpPr>
          <p:spPr>
            <a:xfrm>
              <a:off x="644851" y="2952127"/>
              <a:ext cx="2376062" cy="15403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/>
            </a:p>
          </p:txBody>
        </p:sp>
        <p:sp>
          <p:nvSpPr>
            <p:cNvPr id="17" name="Google Shape;3469;p163">
              <a:extLst>
                <a:ext uri="{FF2B5EF4-FFF2-40B4-BE49-F238E27FC236}">
                  <a16:creationId xmlns="" xmlns:a16="http://schemas.microsoft.com/office/drawing/2014/main" id="{894220FE-E3E2-234D-D540-8771EE99A619}"/>
                </a:ext>
              </a:extLst>
            </p:cNvPr>
            <p:cNvSpPr txBox="1">
              <a:spLocks/>
            </p:cNvSpPr>
            <p:nvPr/>
          </p:nvSpPr>
          <p:spPr>
            <a:xfrm>
              <a:off x="856402" y="3142736"/>
              <a:ext cx="2092912" cy="429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56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1pPr>
              <a:lvl2pPr marR="0" lvl="1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18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2pPr>
              <a:lvl3pPr marR="0" lvl="2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18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3pPr>
              <a:lvl4pPr marR="0" lvl="3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18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4pPr>
              <a:lvl5pPr marR="0" lvl="4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18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5pPr>
              <a:lvl6pPr marR="0" lvl="5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18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6pPr>
              <a:lvl7pPr marR="0" lvl="6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18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7pPr>
              <a:lvl8pPr marR="0" lvl="7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18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8pPr>
              <a:lvl9pPr marR="0" lvl="8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18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9pPr>
            </a:lstStyle>
            <a:p>
              <a:r>
                <a:rPr lang="sr-Latn-RS" sz="1300" dirty="0">
                  <a:solidFill>
                    <a:schemeClr val="dk1"/>
                  </a:solidFill>
                </a:rPr>
                <a:t>MOD 1</a:t>
              </a:r>
            </a:p>
          </p:txBody>
        </p:sp>
        <p:sp>
          <p:nvSpPr>
            <p:cNvPr id="18" name="Google Shape;3471;p163">
              <a:extLst>
                <a:ext uri="{FF2B5EF4-FFF2-40B4-BE49-F238E27FC236}">
                  <a16:creationId xmlns="" xmlns:a16="http://schemas.microsoft.com/office/drawing/2014/main" id="{296A205F-13F0-449B-A49D-689D83AFB16E}"/>
                </a:ext>
              </a:extLst>
            </p:cNvPr>
            <p:cNvSpPr txBox="1">
              <a:spLocks/>
            </p:cNvSpPr>
            <p:nvPr/>
          </p:nvSpPr>
          <p:spPr>
            <a:xfrm>
              <a:off x="862150" y="3809340"/>
              <a:ext cx="2087165" cy="4296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56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1pPr>
              <a:lvl2pPr marR="0" lvl="1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18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2pPr>
              <a:lvl3pPr marR="0" lvl="2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18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3pPr>
              <a:lvl4pPr marR="0" lvl="3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18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4pPr>
              <a:lvl5pPr marR="0" lvl="4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18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5pPr>
              <a:lvl6pPr marR="0" lvl="5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18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6pPr>
              <a:lvl7pPr marR="0" lvl="6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18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7pPr>
              <a:lvl8pPr marR="0" lvl="7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18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8pPr>
              <a:lvl9pPr marR="0" lvl="8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18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9pPr>
            </a:lstStyle>
            <a:p>
              <a:r>
                <a:rPr lang="sr-Latn-RS" sz="1300" dirty="0">
                  <a:solidFill>
                    <a:schemeClr val="dk1"/>
                  </a:solidFill>
                </a:rPr>
                <a:t>n:2 4</a:t>
              </a:r>
              <a:r>
                <a:rPr lang="en-US" sz="1300" dirty="0">
                  <a:solidFill>
                    <a:schemeClr val="dk1"/>
                  </a:solidFill>
                </a:rPr>
                <a:t>6</a:t>
              </a:r>
              <a:r>
                <a:rPr lang="sr-Latn-RS" sz="1300" dirty="0">
                  <a:solidFill>
                    <a:schemeClr val="dk1"/>
                  </a:solidFill>
                </a:rPr>
                <a:t>s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="" xmlns:a16="http://schemas.microsoft.com/office/drawing/2014/main" id="{3F5DD729-3598-2217-EACB-79D316A78739}"/>
              </a:ext>
            </a:extLst>
          </p:cNvPr>
          <p:cNvGrpSpPr/>
          <p:nvPr/>
        </p:nvGrpSpPr>
        <p:grpSpPr>
          <a:xfrm>
            <a:off x="5671951" y="3465964"/>
            <a:ext cx="1338192" cy="847176"/>
            <a:chOff x="644851" y="2952127"/>
            <a:chExt cx="2376062" cy="1540320"/>
          </a:xfrm>
        </p:grpSpPr>
        <p:sp>
          <p:nvSpPr>
            <p:cNvPr id="20" name="Google Shape;3467;p163">
              <a:extLst>
                <a:ext uri="{FF2B5EF4-FFF2-40B4-BE49-F238E27FC236}">
                  <a16:creationId xmlns="" xmlns:a16="http://schemas.microsoft.com/office/drawing/2014/main" id="{63F2F37F-CBE8-0595-B65E-2A01A2FB46EB}"/>
                </a:ext>
              </a:extLst>
            </p:cNvPr>
            <p:cNvSpPr/>
            <p:nvPr/>
          </p:nvSpPr>
          <p:spPr>
            <a:xfrm>
              <a:off x="644851" y="2952127"/>
              <a:ext cx="2376062" cy="15403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/>
            </a:p>
          </p:txBody>
        </p:sp>
        <p:sp>
          <p:nvSpPr>
            <p:cNvPr id="21" name="Google Shape;3469;p163">
              <a:extLst>
                <a:ext uri="{FF2B5EF4-FFF2-40B4-BE49-F238E27FC236}">
                  <a16:creationId xmlns="" xmlns:a16="http://schemas.microsoft.com/office/drawing/2014/main" id="{0834B1B9-7287-69F5-CC5B-2CCC6E58D164}"/>
                </a:ext>
              </a:extLst>
            </p:cNvPr>
            <p:cNvSpPr txBox="1">
              <a:spLocks/>
            </p:cNvSpPr>
            <p:nvPr/>
          </p:nvSpPr>
          <p:spPr>
            <a:xfrm>
              <a:off x="856402" y="3142736"/>
              <a:ext cx="2092912" cy="429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56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1pPr>
              <a:lvl2pPr marR="0" lvl="1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18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2pPr>
              <a:lvl3pPr marR="0" lvl="2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18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3pPr>
              <a:lvl4pPr marR="0" lvl="3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18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4pPr>
              <a:lvl5pPr marR="0" lvl="4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18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5pPr>
              <a:lvl6pPr marR="0" lvl="5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18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6pPr>
              <a:lvl7pPr marR="0" lvl="6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18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7pPr>
              <a:lvl8pPr marR="0" lvl="7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18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8pPr>
              <a:lvl9pPr marR="0" lvl="8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18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9pPr>
            </a:lstStyle>
            <a:p>
              <a:r>
                <a:rPr lang="sr-Latn-RS" sz="1300" dirty="0">
                  <a:solidFill>
                    <a:schemeClr val="dk1"/>
                  </a:solidFill>
                </a:rPr>
                <a:t>STOP</a:t>
              </a:r>
            </a:p>
          </p:txBody>
        </p:sp>
        <p:sp>
          <p:nvSpPr>
            <p:cNvPr id="22" name="Google Shape;3471;p163">
              <a:extLst>
                <a:ext uri="{FF2B5EF4-FFF2-40B4-BE49-F238E27FC236}">
                  <a16:creationId xmlns="" xmlns:a16="http://schemas.microsoft.com/office/drawing/2014/main" id="{49BE1DA5-D6B3-CDE4-33F9-2582A7FF06B8}"/>
                </a:ext>
              </a:extLst>
            </p:cNvPr>
            <p:cNvSpPr txBox="1">
              <a:spLocks/>
            </p:cNvSpPr>
            <p:nvPr/>
          </p:nvSpPr>
          <p:spPr>
            <a:xfrm>
              <a:off x="784804" y="3404462"/>
              <a:ext cx="2087165" cy="429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56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1pPr>
              <a:lvl2pPr marR="0" lvl="1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18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2pPr>
              <a:lvl3pPr marR="0" lvl="2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18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3pPr>
              <a:lvl4pPr marR="0" lvl="3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18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4pPr>
              <a:lvl5pPr marR="0" lvl="4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18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5pPr>
              <a:lvl6pPr marR="0" lvl="5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18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6pPr>
              <a:lvl7pPr marR="0" lvl="6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18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7pPr>
              <a:lvl8pPr marR="0" lvl="7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18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8pPr>
              <a:lvl9pPr marR="0" lvl="8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18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9pPr>
            </a:lstStyle>
            <a:p>
              <a:r>
                <a:rPr lang="sr-Latn-RS" sz="1300" dirty="0">
                  <a:solidFill>
                    <a:schemeClr val="dk1"/>
                  </a:solidFill>
                </a:rPr>
                <a:t>_________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="" xmlns:a16="http://schemas.microsoft.com/office/drawing/2014/main" id="{758833C5-605D-82FA-6829-F8C2C6E209F8}"/>
              </a:ext>
            </a:extLst>
          </p:cNvPr>
          <p:cNvGrpSpPr/>
          <p:nvPr/>
        </p:nvGrpSpPr>
        <p:grpSpPr>
          <a:xfrm>
            <a:off x="5603332" y="325431"/>
            <a:ext cx="1338192" cy="847176"/>
            <a:chOff x="644851" y="2952127"/>
            <a:chExt cx="2376062" cy="1540320"/>
          </a:xfrm>
        </p:grpSpPr>
        <p:sp>
          <p:nvSpPr>
            <p:cNvPr id="24" name="Google Shape;3467;p163">
              <a:extLst>
                <a:ext uri="{FF2B5EF4-FFF2-40B4-BE49-F238E27FC236}">
                  <a16:creationId xmlns="" xmlns:a16="http://schemas.microsoft.com/office/drawing/2014/main" id="{E50A4CED-A900-3A76-FE7E-3A8AFAFE5DFF}"/>
                </a:ext>
              </a:extLst>
            </p:cNvPr>
            <p:cNvSpPr/>
            <p:nvPr/>
          </p:nvSpPr>
          <p:spPr>
            <a:xfrm>
              <a:off x="644851" y="2952127"/>
              <a:ext cx="2376062" cy="15403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/>
            </a:p>
          </p:txBody>
        </p:sp>
        <p:sp>
          <p:nvSpPr>
            <p:cNvPr id="25" name="Google Shape;3469;p163">
              <a:extLst>
                <a:ext uri="{FF2B5EF4-FFF2-40B4-BE49-F238E27FC236}">
                  <a16:creationId xmlns="" xmlns:a16="http://schemas.microsoft.com/office/drawing/2014/main" id="{3D70F60A-3ABF-5081-66F1-B5422BC66663}"/>
                </a:ext>
              </a:extLst>
            </p:cNvPr>
            <p:cNvSpPr txBox="1">
              <a:spLocks/>
            </p:cNvSpPr>
            <p:nvPr/>
          </p:nvSpPr>
          <p:spPr>
            <a:xfrm>
              <a:off x="856402" y="3142736"/>
              <a:ext cx="2092912" cy="429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56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1pPr>
              <a:lvl2pPr marR="0" lvl="1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18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2pPr>
              <a:lvl3pPr marR="0" lvl="2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18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3pPr>
              <a:lvl4pPr marR="0" lvl="3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18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4pPr>
              <a:lvl5pPr marR="0" lvl="4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18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5pPr>
              <a:lvl6pPr marR="0" lvl="5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18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6pPr>
              <a:lvl7pPr marR="0" lvl="6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18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7pPr>
              <a:lvl8pPr marR="0" lvl="7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18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8pPr>
              <a:lvl9pPr marR="0" lvl="8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18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9pPr>
            </a:lstStyle>
            <a:p>
              <a:r>
                <a:rPr lang="sr-Latn-RS" sz="1300" dirty="0">
                  <a:solidFill>
                    <a:schemeClr val="dk1"/>
                  </a:solidFill>
                </a:rPr>
                <a:t>MOD 1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="" xmlns:a16="http://schemas.microsoft.com/office/drawing/2014/main" id="{BA71DE14-8597-5A5F-7FB3-C0D769DD8EE7}"/>
              </a:ext>
            </a:extLst>
          </p:cNvPr>
          <p:cNvGrpSpPr/>
          <p:nvPr/>
        </p:nvGrpSpPr>
        <p:grpSpPr>
          <a:xfrm>
            <a:off x="7420965" y="1838397"/>
            <a:ext cx="1338192" cy="847176"/>
            <a:chOff x="644851" y="2952127"/>
            <a:chExt cx="2376062" cy="1540320"/>
          </a:xfrm>
        </p:grpSpPr>
        <p:sp>
          <p:nvSpPr>
            <p:cNvPr id="28" name="Google Shape;3467;p163">
              <a:extLst>
                <a:ext uri="{FF2B5EF4-FFF2-40B4-BE49-F238E27FC236}">
                  <a16:creationId xmlns="" xmlns:a16="http://schemas.microsoft.com/office/drawing/2014/main" id="{A06CEA59-760C-C498-2146-664AFD5E2045}"/>
                </a:ext>
              </a:extLst>
            </p:cNvPr>
            <p:cNvSpPr/>
            <p:nvPr/>
          </p:nvSpPr>
          <p:spPr>
            <a:xfrm>
              <a:off x="644851" y="2952127"/>
              <a:ext cx="2376062" cy="15403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/>
            </a:p>
          </p:txBody>
        </p:sp>
        <p:sp>
          <p:nvSpPr>
            <p:cNvPr id="29" name="Google Shape;3469;p163">
              <a:extLst>
                <a:ext uri="{FF2B5EF4-FFF2-40B4-BE49-F238E27FC236}">
                  <a16:creationId xmlns="" xmlns:a16="http://schemas.microsoft.com/office/drawing/2014/main" id="{744B3CEC-E119-FE9B-D9A3-06820DC69E5E}"/>
                </a:ext>
              </a:extLst>
            </p:cNvPr>
            <p:cNvSpPr txBox="1">
              <a:spLocks/>
            </p:cNvSpPr>
            <p:nvPr/>
          </p:nvSpPr>
          <p:spPr>
            <a:xfrm>
              <a:off x="856402" y="3142736"/>
              <a:ext cx="2092912" cy="429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56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1pPr>
              <a:lvl2pPr marR="0" lvl="1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18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2pPr>
              <a:lvl3pPr marR="0" lvl="2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18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3pPr>
              <a:lvl4pPr marR="0" lvl="3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18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4pPr>
              <a:lvl5pPr marR="0" lvl="4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18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5pPr>
              <a:lvl6pPr marR="0" lvl="5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18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6pPr>
              <a:lvl7pPr marR="0" lvl="6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18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7pPr>
              <a:lvl8pPr marR="0" lvl="7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18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8pPr>
              <a:lvl9pPr marR="0" lvl="8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18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9pPr>
            </a:lstStyle>
            <a:p>
              <a:r>
                <a:rPr lang="sr-Latn-RS" sz="1300" dirty="0">
                  <a:solidFill>
                    <a:schemeClr val="dk1"/>
                  </a:solidFill>
                </a:rPr>
                <a:t>MOD 2</a:t>
              </a:r>
            </a:p>
          </p:txBody>
        </p:sp>
        <p:sp>
          <p:nvSpPr>
            <p:cNvPr id="30" name="Google Shape;3471;p163">
              <a:extLst>
                <a:ext uri="{FF2B5EF4-FFF2-40B4-BE49-F238E27FC236}">
                  <a16:creationId xmlns="" xmlns:a16="http://schemas.microsoft.com/office/drawing/2014/main" id="{3947C02B-A13B-9E14-D84B-9CAF2AD95EB3}"/>
                </a:ext>
              </a:extLst>
            </p:cNvPr>
            <p:cNvSpPr txBox="1">
              <a:spLocks/>
            </p:cNvSpPr>
            <p:nvPr/>
          </p:nvSpPr>
          <p:spPr>
            <a:xfrm>
              <a:off x="862150" y="3809340"/>
              <a:ext cx="2087165" cy="4296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56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1pPr>
              <a:lvl2pPr marR="0" lvl="1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18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2pPr>
              <a:lvl3pPr marR="0" lvl="2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18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3pPr>
              <a:lvl4pPr marR="0" lvl="3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18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4pPr>
              <a:lvl5pPr marR="0" lvl="4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18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5pPr>
              <a:lvl6pPr marR="0" lvl="5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18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6pPr>
              <a:lvl7pPr marR="0" lvl="6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18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7pPr>
              <a:lvl8pPr marR="0" lvl="7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18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8pPr>
              <a:lvl9pPr marR="0" lvl="8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18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9pPr>
            </a:lstStyle>
            <a:p>
              <a:r>
                <a:rPr lang="sr-Latn-RS" sz="1300" dirty="0">
                  <a:solidFill>
                    <a:schemeClr val="dk1"/>
                  </a:solidFill>
                </a:rPr>
                <a:t>31s</a:t>
              </a:r>
            </a:p>
          </p:txBody>
        </p:sp>
      </p:grpSp>
      <p:sp>
        <p:nvSpPr>
          <p:cNvPr id="31" name="Google Shape;2007;p82">
            <a:extLst>
              <a:ext uri="{FF2B5EF4-FFF2-40B4-BE49-F238E27FC236}">
                <a16:creationId xmlns="" xmlns:a16="http://schemas.microsoft.com/office/drawing/2014/main" id="{78700653-331B-1C70-0377-74F9A5BC908E}"/>
              </a:ext>
            </a:extLst>
          </p:cNvPr>
          <p:cNvSpPr txBox="1">
            <a:spLocks/>
          </p:cNvSpPr>
          <p:nvPr/>
        </p:nvSpPr>
        <p:spPr>
          <a:xfrm>
            <a:off x="423882" y="1259953"/>
            <a:ext cx="4515049" cy="1165321"/>
          </a:xfrm>
          <a:prstGeom prst="rect">
            <a:avLst/>
          </a:prstGeom>
          <a:solidFill>
            <a:schemeClr val="tx1"/>
          </a:solidFill>
          <a:ln>
            <a:solidFill>
              <a:schemeClr val="accent2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Manjari"/>
              <a:buNone/>
              <a:defRPr sz="1600" b="0" i="0" u="none" strike="noStrike" cap="none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1pPr>
            <a:lvl2pPr marL="914400" marR="0" lvl="1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None/>
              <a:defRPr sz="1400" b="0" i="0" u="none" strike="noStrike" cap="none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2pPr>
            <a:lvl3pPr marL="1371600" marR="0" lvl="2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None/>
              <a:defRPr sz="1400" b="0" i="0" u="none" strike="noStrike" cap="none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3pPr>
            <a:lvl4pPr marL="1828800" marR="0" lvl="3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None/>
              <a:defRPr sz="1400" b="0" i="0" u="none" strike="noStrike" cap="none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4pPr>
            <a:lvl5pPr marL="2286000" marR="0" lvl="4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None/>
              <a:defRPr sz="1400" b="0" i="0" u="none" strike="noStrike" cap="none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5pPr>
            <a:lvl6pPr marL="2743200" marR="0" lvl="5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None/>
              <a:defRPr sz="1400" b="0" i="0" u="none" strike="noStrike" cap="none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6pPr>
            <a:lvl7pPr marL="3200400" marR="0" lvl="6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None/>
              <a:defRPr sz="1400" b="0" i="0" u="none" strike="noStrike" cap="none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7pPr>
            <a:lvl8pPr marL="3657600" marR="0" lvl="7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None/>
              <a:defRPr sz="1400" b="0" i="0" u="none" strike="noStrike" cap="none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8pPr>
            <a:lvl9pPr marL="4114800" marR="0" lvl="8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None/>
              <a:defRPr sz="1400" b="0" i="0" u="none" strike="noStrike" cap="none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9pPr>
          </a:lstStyle>
          <a:p>
            <a:pPr marL="0" indent="0"/>
            <a:r>
              <a:rPr lang="sr-Latn-RS" dirty="0"/>
              <a:t>Status se prikazuje na prvom redu na ekranu mikrokontrolera. On se menja u odnosu na to da li je gramofon upaljen, i ako jeste, u kom je modu.</a:t>
            </a:r>
            <a:endParaRPr lang="en-US" i="1" dirty="0"/>
          </a:p>
        </p:txBody>
      </p:sp>
      <p:sp>
        <p:nvSpPr>
          <p:cNvPr id="32" name="Google Shape;2940;p141">
            <a:extLst>
              <a:ext uri="{FF2B5EF4-FFF2-40B4-BE49-F238E27FC236}">
                <a16:creationId xmlns="" xmlns:a16="http://schemas.microsoft.com/office/drawing/2014/main" id="{9B85C39B-1A09-AE50-A14D-FDA61B2269A7}"/>
              </a:ext>
            </a:extLst>
          </p:cNvPr>
          <p:cNvSpPr txBox="1">
            <a:spLocks/>
          </p:cNvSpPr>
          <p:nvPr/>
        </p:nvSpPr>
        <p:spPr>
          <a:xfrm>
            <a:off x="246945" y="699002"/>
            <a:ext cx="2717707" cy="6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None/>
              <a:defRPr sz="5600" b="1" i="0" u="none" strike="noStrike" cap="none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None/>
              <a:defRPr sz="1800" b="1" i="0" u="none" strike="noStrike" cap="none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None/>
              <a:defRPr sz="1800" b="1" i="0" u="none" strike="noStrike" cap="none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None/>
              <a:defRPr sz="1800" b="1" i="0" u="none" strike="noStrike" cap="none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None/>
              <a:defRPr sz="1800" b="1" i="0" u="none" strike="noStrike" cap="none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None/>
              <a:defRPr sz="1800" b="1" i="0" u="none" strike="noStrike" cap="none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None/>
              <a:defRPr sz="1800" b="1" i="0" u="none" strike="noStrike" cap="none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None/>
              <a:defRPr sz="1800" b="1" i="0" u="none" strike="noStrike" cap="none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None/>
              <a:defRPr sz="1800" b="1" i="0" u="none" strike="noStrike" cap="none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pPr algn="ctr"/>
            <a:r>
              <a:rPr lang="en-US" sz="2500" dirty="0" err="1"/>
              <a:t>Ispis</a:t>
            </a:r>
            <a:r>
              <a:rPr lang="en-US" sz="2500" dirty="0"/>
              <a:t> </a:t>
            </a:r>
            <a:r>
              <a:rPr lang="sr-Latn-RS" sz="2500" dirty="0"/>
              <a:t>statusa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="" xmlns:a16="http://schemas.microsoft.com/office/drawing/2014/main" id="{7710B1C4-BD59-B742-797F-5D911FDF1D00}"/>
              </a:ext>
            </a:extLst>
          </p:cNvPr>
          <p:cNvSpPr txBox="1"/>
          <p:nvPr/>
        </p:nvSpPr>
        <p:spPr>
          <a:xfrm>
            <a:off x="5593222" y="4307645"/>
            <a:ext cx="1574470" cy="276999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sr-Latn-RS" sz="1200" dirty="0">
                <a:latin typeface="Manjari"/>
              </a:rPr>
              <a:t>Gramofon je ugašen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9E232C1B-F29E-24BE-34CE-BCA3ACC3CCFE}"/>
              </a:ext>
            </a:extLst>
          </p:cNvPr>
          <p:cNvSpPr txBox="1"/>
          <p:nvPr/>
        </p:nvSpPr>
        <p:spPr>
          <a:xfrm>
            <a:off x="5564224" y="1174650"/>
            <a:ext cx="1412566" cy="276999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sr-Latn-RS" sz="1200" dirty="0">
                <a:latin typeface="Manjari"/>
              </a:rPr>
              <a:t>Odabran je mod 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="" xmlns:a16="http://schemas.microsoft.com/office/drawing/2014/main" id="{D7AE7AD5-06C8-C754-B67C-4332B212E125}"/>
              </a:ext>
            </a:extLst>
          </p:cNvPr>
          <p:cNvSpPr txBox="1"/>
          <p:nvPr/>
        </p:nvSpPr>
        <p:spPr>
          <a:xfrm>
            <a:off x="7382187" y="1160822"/>
            <a:ext cx="1412566" cy="276999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sr-Latn-RS" sz="1200" dirty="0">
                <a:latin typeface="Manjari"/>
              </a:rPr>
              <a:t>Odabran je mod 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A853FFFB-F956-5CB8-35E9-10F9CD7EB670}"/>
              </a:ext>
            </a:extLst>
          </p:cNvPr>
          <p:cNvSpPr txBox="1"/>
          <p:nvPr/>
        </p:nvSpPr>
        <p:spPr>
          <a:xfrm>
            <a:off x="5519574" y="2661991"/>
            <a:ext cx="1511952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sr-Latn-RS" sz="1200" dirty="0">
                <a:latin typeface="Manjari"/>
              </a:rPr>
              <a:t>Mod 1 se okrenuo</a:t>
            </a:r>
            <a:br>
              <a:rPr lang="sr-Latn-RS" sz="1200" dirty="0">
                <a:latin typeface="Manjari"/>
              </a:rPr>
            </a:br>
            <a:r>
              <a:rPr lang="sr-Latn-RS" sz="1200" dirty="0">
                <a:latin typeface="Manjari"/>
              </a:rPr>
              <a:t>jedanput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3B920B48-57ED-012A-F209-4BAA981757B0}"/>
              </a:ext>
            </a:extLst>
          </p:cNvPr>
          <p:cNvSpPr txBox="1"/>
          <p:nvPr/>
        </p:nvSpPr>
        <p:spPr>
          <a:xfrm>
            <a:off x="7383873" y="2661991"/>
            <a:ext cx="1394933" cy="461665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pPr algn="ctr"/>
            <a:r>
              <a:rPr lang="sr-Latn-RS" sz="1200" dirty="0">
                <a:latin typeface="Manjari"/>
              </a:rPr>
              <a:t>Mod 2 je izbrojao </a:t>
            </a:r>
            <a:br>
              <a:rPr lang="sr-Latn-RS" sz="1200" dirty="0">
                <a:latin typeface="Manjari"/>
              </a:rPr>
            </a:br>
            <a:r>
              <a:rPr lang="sr-Latn-RS" sz="1200" dirty="0">
                <a:latin typeface="Manjari"/>
              </a:rPr>
              <a:t>zadat broj nitni</a:t>
            </a:r>
          </a:p>
        </p:txBody>
      </p:sp>
      <p:sp>
        <p:nvSpPr>
          <p:cNvPr id="38" name="Google Shape;3471;p163">
            <a:extLst>
              <a:ext uri="{FF2B5EF4-FFF2-40B4-BE49-F238E27FC236}">
                <a16:creationId xmlns="" xmlns:a16="http://schemas.microsoft.com/office/drawing/2014/main" id="{A7CAFA8A-AB6B-9CF8-97E1-8937800D0788}"/>
              </a:ext>
            </a:extLst>
          </p:cNvPr>
          <p:cNvSpPr txBox="1">
            <a:spLocks/>
          </p:cNvSpPr>
          <p:nvPr/>
        </p:nvSpPr>
        <p:spPr>
          <a:xfrm>
            <a:off x="5703131" y="579665"/>
            <a:ext cx="1175486" cy="236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None/>
              <a:defRPr sz="5600" b="1" i="0" u="none" strike="noStrike" cap="none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None/>
              <a:defRPr sz="1800" b="1" i="0" u="none" strike="noStrike" cap="none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None/>
              <a:defRPr sz="1800" b="1" i="0" u="none" strike="noStrike" cap="none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None/>
              <a:defRPr sz="1800" b="1" i="0" u="none" strike="noStrike" cap="none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None/>
              <a:defRPr sz="1800" b="1" i="0" u="none" strike="noStrike" cap="none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None/>
              <a:defRPr sz="1800" b="1" i="0" u="none" strike="noStrike" cap="none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None/>
              <a:defRPr sz="1800" b="1" i="0" u="none" strike="noStrike" cap="none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None/>
              <a:defRPr sz="1800" b="1" i="0" u="none" strike="noStrike" cap="none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None/>
              <a:defRPr sz="1800" b="1" i="0" u="none" strike="noStrike" cap="none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r>
              <a:rPr lang="sr-Latn-RS" sz="1300" dirty="0">
                <a:solidFill>
                  <a:schemeClr val="dk1"/>
                </a:solidFill>
              </a:rPr>
              <a:t>_________</a:t>
            </a:r>
          </a:p>
        </p:txBody>
      </p:sp>
      <p:sp>
        <p:nvSpPr>
          <p:cNvPr id="39" name="Google Shape;3471;p163">
            <a:extLst>
              <a:ext uri="{FF2B5EF4-FFF2-40B4-BE49-F238E27FC236}">
                <a16:creationId xmlns="" xmlns:a16="http://schemas.microsoft.com/office/drawing/2014/main" id="{16CB8A30-B95D-DD84-1039-FD9B0338ABC6}"/>
              </a:ext>
            </a:extLst>
          </p:cNvPr>
          <p:cNvSpPr txBox="1">
            <a:spLocks/>
          </p:cNvSpPr>
          <p:nvPr/>
        </p:nvSpPr>
        <p:spPr>
          <a:xfrm>
            <a:off x="7499786" y="587785"/>
            <a:ext cx="1175486" cy="236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None/>
              <a:defRPr sz="5600" b="1" i="0" u="none" strike="noStrike" cap="none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None/>
              <a:defRPr sz="1800" b="1" i="0" u="none" strike="noStrike" cap="none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None/>
              <a:defRPr sz="1800" b="1" i="0" u="none" strike="noStrike" cap="none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None/>
              <a:defRPr sz="1800" b="1" i="0" u="none" strike="noStrike" cap="none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None/>
              <a:defRPr sz="1800" b="1" i="0" u="none" strike="noStrike" cap="none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None/>
              <a:defRPr sz="1800" b="1" i="0" u="none" strike="noStrike" cap="none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None/>
              <a:defRPr sz="1800" b="1" i="0" u="none" strike="noStrike" cap="none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None/>
              <a:defRPr sz="1800" b="1" i="0" u="none" strike="noStrike" cap="none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None/>
              <a:defRPr sz="1800" b="1" i="0" u="none" strike="noStrike" cap="none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r>
              <a:rPr lang="sr-Latn-RS" sz="1300" dirty="0">
                <a:solidFill>
                  <a:schemeClr val="dk1"/>
                </a:solidFill>
              </a:rPr>
              <a:t>_________</a:t>
            </a:r>
          </a:p>
        </p:txBody>
      </p:sp>
      <p:sp>
        <p:nvSpPr>
          <p:cNvPr id="40" name="Google Shape;3471;p163">
            <a:extLst>
              <a:ext uri="{FF2B5EF4-FFF2-40B4-BE49-F238E27FC236}">
                <a16:creationId xmlns="" xmlns:a16="http://schemas.microsoft.com/office/drawing/2014/main" id="{BA801107-5CCB-5C05-B506-1DFC0092E75A}"/>
              </a:ext>
            </a:extLst>
          </p:cNvPr>
          <p:cNvSpPr txBox="1">
            <a:spLocks/>
          </p:cNvSpPr>
          <p:nvPr/>
        </p:nvSpPr>
        <p:spPr>
          <a:xfrm>
            <a:off x="5682764" y="2080587"/>
            <a:ext cx="1175486" cy="236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None/>
              <a:defRPr sz="5600" b="1" i="0" u="none" strike="noStrike" cap="none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None/>
              <a:defRPr sz="1800" b="1" i="0" u="none" strike="noStrike" cap="none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None/>
              <a:defRPr sz="1800" b="1" i="0" u="none" strike="noStrike" cap="none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None/>
              <a:defRPr sz="1800" b="1" i="0" u="none" strike="noStrike" cap="none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None/>
              <a:defRPr sz="1800" b="1" i="0" u="none" strike="noStrike" cap="none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None/>
              <a:defRPr sz="1800" b="1" i="0" u="none" strike="noStrike" cap="none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None/>
              <a:defRPr sz="1800" b="1" i="0" u="none" strike="noStrike" cap="none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None/>
              <a:defRPr sz="1800" b="1" i="0" u="none" strike="noStrike" cap="none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None/>
              <a:defRPr sz="1800" b="1" i="0" u="none" strike="noStrike" cap="none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r>
              <a:rPr lang="sr-Latn-RS" sz="1300" dirty="0">
                <a:solidFill>
                  <a:schemeClr val="dk1"/>
                </a:solidFill>
              </a:rPr>
              <a:t>_________</a:t>
            </a:r>
          </a:p>
        </p:txBody>
      </p:sp>
      <p:sp>
        <p:nvSpPr>
          <p:cNvPr id="41" name="Google Shape;3471;p163">
            <a:extLst>
              <a:ext uri="{FF2B5EF4-FFF2-40B4-BE49-F238E27FC236}">
                <a16:creationId xmlns="" xmlns:a16="http://schemas.microsoft.com/office/drawing/2014/main" id="{0ADBAA78-FE49-DCE0-58BB-B832CB07C120}"/>
              </a:ext>
            </a:extLst>
          </p:cNvPr>
          <p:cNvSpPr txBox="1">
            <a:spLocks/>
          </p:cNvSpPr>
          <p:nvPr/>
        </p:nvSpPr>
        <p:spPr>
          <a:xfrm>
            <a:off x="7499786" y="2092379"/>
            <a:ext cx="1175486" cy="236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None/>
              <a:defRPr sz="5600" b="1" i="0" u="none" strike="noStrike" cap="none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None/>
              <a:defRPr sz="1800" b="1" i="0" u="none" strike="noStrike" cap="none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None/>
              <a:defRPr sz="1800" b="1" i="0" u="none" strike="noStrike" cap="none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None/>
              <a:defRPr sz="1800" b="1" i="0" u="none" strike="noStrike" cap="none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None/>
              <a:defRPr sz="1800" b="1" i="0" u="none" strike="noStrike" cap="none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None/>
              <a:defRPr sz="1800" b="1" i="0" u="none" strike="noStrike" cap="none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None/>
              <a:defRPr sz="1800" b="1" i="0" u="none" strike="noStrike" cap="none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None/>
              <a:defRPr sz="1800" b="1" i="0" u="none" strike="noStrike" cap="none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None/>
              <a:defRPr sz="1800" b="1" i="0" u="none" strike="noStrike" cap="none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r>
              <a:rPr lang="sr-Latn-RS" sz="1300" dirty="0">
                <a:solidFill>
                  <a:schemeClr val="dk1"/>
                </a:solidFill>
              </a:rPr>
              <a:t>_________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="" xmlns:a16="http://schemas.microsoft.com/office/drawing/2014/main" id="{E90E0A9E-6FA8-2911-E2D8-85E424B17568}"/>
              </a:ext>
            </a:extLst>
          </p:cNvPr>
          <p:cNvGrpSpPr/>
          <p:nvPr/>
        </p:nvGrpSpPr>
        <p:grpSpPr>
          <a:xfrm>
            <a:off x="7447451" y="3461443"/>
            <a:ext cx="1338192" cy="847176"/>
            <a:chOff x="644851" y="2952127"/>
            <a:chExt cx="2376062" cy="1540320"/>
          </a:xfrm>
        </p:grpSpPr>
        <p:sp>
          <p:nvSpPr>
            <p:cNvPr id="71" name="Google Shape;3467;p163">
              <a:extLst>
                <a:ext uri="{FF2B5EF4-FFF2-40B4-BE49-F238E27FC236}">
                  <a16:creationId xmlns="" xmlns:a16="http://schemas.microsoft.com/office/drawing/2014/main" id="{710B1A6A-99F7-6A17-7C5E-C6A8068E9305}"/>
                </a:ext>
              </a:extLst>
            </p:cNvPr>
            <p:cNvSpPr/>
            <p:nvPr/>
          </p:nvSpPr>
          <p:spPr>
            <a:xfrm>
              <a:off x="644851" y="2952127"/>
              <a:ext cx="2376062" cy="15403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/>
            </a:p>
          </p:txBody>
        </p:sp>
        <p:sp>
          <p:nvSpPr>
            <p:cNvPr id="72" name="Google Shape;3469;p163">
              <a:extLst>
                <a:ext uri="{FF2B5EF4-FFF2-40B4-BE49-F238E27FC236}">
                  <a16:creationId xmlns="" xmlns:a16="http://schemas.microsoft.com/office/drawing/2014/main" id="{894220FE-E3E2-234D-D540-8771EE99A619}"/>
                </a:ext>
              </a:extLst>
            </p:cNvPr>
            <p:cNvSpPr txBox="1">
              <a:spLocks/>
            </p:cNvSpPr>
            <p:nvPr/>
          </p:nvSpPr>
          <p:spPr>
            <a:xfrm>
              <a:off x="856402" y="3142736"/>
              <a:ext cx="2092912" cy="429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56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1pPr>
              <a:lvl2pPr marR="0" lvl="1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18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2pPr>
              <a:lvl3pPr marR="0" lvl="2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18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3pPr>
              <a:lvl4pPr marR="0" lvl="3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18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4pPr>
              <a:lvl5pPr marR="0" lvl="4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18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5pPr>
              <a:lvl6pPr marR="0" lvl="5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18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6pPr>
              <a:lvl7pPr marR="0" lvl="6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18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7pPr>
              <a:lvl8pPr marR="0" lvl="7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18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8pPr>
              <a:lvl9pPr marR="0" lvl="8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18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9pPr>
            </a:lstStyle>
            <a:p>
              <a:r>
                <a:rPr lang="sr-Latn-RS" sz="1300" dirty="0">
                  <a:solidFill>
                    <a:schemeClr val="dk1"/>
                  </a:solidFill>
                </a:rPr>
                <a:t>MOD 1</a:t>
              </a:r>
            </a:p>
          </p:txBody>
        </p:sp>
        <p:sp>
          <p:nvSpPr>
            <p:cNvPr id="73" name="Google Shape;3471;p163">
              <a:extLst>
                <a:ext uri="{FF2B5EF4-FFF2-40B4-BE49-F238E27FC236}">
                  <a16:creationId xmlns="" xmlns:a16="http://schemas.microsoft.com/office/drawing/2014/main" id="{296A205F-13F0-449B-A49D-689D83AFB16E}"/>
                </a:ext>
              </a:extLst>
            </p:cNvPr>
            <p:cNvSpPr txBox="1">
              <a:spLocks/>
            </p:cNvSpPr>
            <p:nvPr/>
          </p:nvSpPr>
          <p:spPr>
            <a:xfrm>
              <a:off x="862150" y="3809340"/>
              <a:ext cx="2087165" cy="4296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56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1pPr>
              <a:lvl2pPr marR="0" lvl="1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18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2pPr>
              <a:lvl3pPr marR="0" lvl="2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18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3pPr>
              <a:lvl4pPr marR="0" lvl="3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18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4pPr>
              <a:lvl5pPr marR="0" lvl="4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18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5pPr>
              <a:lvl6pPr marR="0" lvl="5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18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6pPr>
              <a:lvl7pPr marR="0" lvl="6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18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7pPr>
              <a:lvl8pPr marR="0" lvl="7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18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8pPr>
              <a:lvl9pPr marR="0" lvl="8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Hammersmith One"/>
                <a:buNone/>
                <a:defRPr sz="1800" b="1" i="0" u="none" strike="noStrike" cap="none">
                  <a:solidFill>
                    <a:schemeClr val="accent1"/>
                  </a:solidFill>
                  <a:latin typeface="Hammersmith One"/>
                  <a:ea typeface="Hammersmith One"/>
                  <a:cs typeface="Hammersmith One"/>
                  <a:sym typeface="Hammersmith One"/>
                </a:defRPr>
              </a:lvl9pPr>
            </a:lstStyle>
            <a:p>
              <a:r>
                <a:rPr lang="sr-Latn-RS" sz="1300" dirty="0" smtClean="0">
                  <a:solidFill>
                    <a:schemeClr val="dk1"/>
                  </a:solidFill>
                </a:rPr>
                <a:t>timeout</a:t>
              </a:r>
              <a:endParaRPr lang="sr-Latn-RS" sz="1300" dirty="0">
                <a:solidFill>
                  <a:schemeClr val="dk1"/>
                </a:solidFill>
              </a:endParaRPr>
            </a:p>
          </p:txBody>
        </p:sp>
      </p:grpSp>
      <p:sp>
        <p:nvSpPr>
          <p:cNvPr id="74" name="TextBox 73">
            <a:extLst>
              <a:ext uri="{FF2B5EF4-FFF2-40B4-BE49-F238E27FC236}">
                <a16:creationId xmlns="" xmlns:a16="http://schemas.microsoft.com/office/drawing/2014/main" id="{A853FFFB-F956-5CB8-35E9-10F9CD7EB670}"/>
              </a:ext>
            </a:extLst>
          </p:cNvPr>
          <p:cNvSpPr txBox="1"/>
          <p:nvPr/>
        </p:nvSpPr>
        <p:spPr>
          <a:xfrm>
            <a:off x="7246421" y="4292275"/>
            <a:ext cx="1786162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>
                <a:latin typeface="Manjari"/>
              </a:rPr>
              <a:t>Mod-u 1 je </a:t>
            </a:r>
            <a:r>
              <a:rPr lang="en-US" sz="1200" dirty="0" err="1" smtClean="0">
                <a:latin typeface="Manjari"/>
              </a:rPr>
              <a:t>trebalo</a:t>
            </a:r>
            <a:r>
              <a:rPr lang="en-US" sz="1200" dirty="0" smtClean="0">
                <a:latin typeface="Manjari"/>
              </a:rPr>
              <a:t> vise od 60s za </a:t>
            </a:r>
            <a:r>
              <a:rPr lang="en-US" sz="1200" dirty="0" err="1" smtClean="0">
                <a:latin typeface="Manjari"/>
              </a:rPr>
              <a:t>izvr</a:t>
            </a:r>
            <a:r>
              <a:rPr lang="sr-Latn-RS" sz="1200" dirty="0" smtClean="0">
                <a:latin typeface="Manjari"/>
              </a:rPr>
              <a:t>šavanje</a:t>
            </a:r>
            <a:endParaRPr lang="sr-Latn-RS" sz="1200" dirty="0">
              <a:latin typeface="Manjari"/>
            </a:endParaRPr>
          </a:p>
        </p:txBody>
      </p:sp>
      <p:sp>
        <p:nvSpPr>
          <p:cNvPr id="75" name="Google Shape;3471;p163">
            <a:extLst>
              <a:ext uri="{FF2B5EF4-FFF2-40B4-BE49-F238E27FC236}">
                <a16:creationId xmlns="" xmlns:a16="http://schemas.microsoft.com/office/drawing/2014/main" id="{BA801107-5CCB-5C05-B506-1DFC0092E75A}"/>
              </a:ext>
            </a:extLst>
          </p:cNvPr>
          <p:cNvSpPr txBox="1">
            <a:spLocks/>
          </p:cNvSpPr>
          <p:nvPr/>
        </p:nvSpPr>
        <p:spPr>
          <a:xfrm>
            <a:off x="7526272" y="3703633"/>
            <a:ext cx="1175486" cy="236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None/>
              <a:defRPr sz="5600" b="1" i="0" u="none" strike="noStrike" cap="none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None/>
              <a:defRPr sz="1800" b="1" i="0" u="none" strike="noStrike" cap="none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None/>
              <a:defRPr sz="1800" b="1" i="0" u="none" strike="noStrike" cap="none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None/>
              <a:defRPr sz="1800" b="1" i="0" u="none" strike="noStrike" cap="none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None/>
              <a:defRPr sz="1800" b="1" i="0" u="none" strike="noStrike" cap="none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None/>
              <a:defRPr sz="1800" b="1" i="0" u="none" strike="noStrike" cap="none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None/>
              <a:defRPr sz="1800" b="1" i="0" u="none" strike="noStrike" cap="none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None/>
              <a:defRPr sz="1800" b="1" i="0" u="none" strike="noStrike" cap="none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None/>
              <a:defRPr sz="1800" b="1" i="0" u="none" strike="noStrike" cap="none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r>
              <a:rPr lang="sr-Latn-RS" sz="1300" dirty="0">
                <a:solidFill>
                  <a:schemeClr val="dk1"/>
                </a:solidFill>
              </a:rPr>
              <a:t>_________</a:t>
            </a:r>
          </a:p>
        </p:txBody>
      </p:sp>
    </p:spTree>
    <p:extLst>
      <p:ext uri="{BB962C8B-B14F-4D97-AF65-F5344CB8AC3E}">
        <p14:creationId xmlns:p14="http://schemas.microsoft.com/office/powerpoint/2010/main" val="3954064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707;p180"/>
          <p:cNvSpPr txBox="1">
            <a:spLocks/>
          </p:cNvSpPr>
          <p:nvPr/>
        </p:nvSpPr>
        <p:spPr>
          <a:xfrm>
            <a:off x="1851453" y="1049715"/>
            <a:ext cx="5363636" cy="3117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Hammersmith One"/>
              <a:buNone/>
              <a:defRPr sz="8500" b="1" i="0" u="none" strike="noStrike" cap="none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Hammersmith One"/>
              <a:buNone/>
              <a:defRPr sz="2400" b="1" i="0" u="none" strike="noStrike" cap="none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Hammersmith One"/>
              <a:buNone/>
              <a:defRPr sz="2400" b="1" i="0" u="none" strike="noStrike" cap="none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Hammersmith One"/>
              <a:buNone/>
              <a:defRPr sz="2400" b="1" i="0" u="none" strike="noStrike" cap="none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Hammersmith One"/>
              <a:buNone/>
              <a:defRPr sz="2400" b="1" i="0" u="none" strike="noStrike" cap="none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Hammersmith One"/>
              <a:buNone/>
              <a:defRPr sz="2400" b="1" i="0" u="none" strike="noStrike" cap="none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Hammersmith One"/>
              <a:buNone/>
              <a:defRPr sz="2400" b="1" i="0" u="none" strike="noStrike" cap="none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Hammersmith One"/>
              <a:buNone/>
              <a:defRPr sz="2400" b="1" i="0" u="none" strike="noStrike" cap="none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Hammersmith One"/>
              <a:buNone/>
              <a:defRPr sz="2400" b="1" i="0" u="none" strike="noStrike" cap="none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r>
              <a:rPr lang="sr-Latn-RS" dirty="0"/>
              <a:t>Hvala na pažnji!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Elegant Education Pack for Students XL by Slidesgo">
  <a:themeElements>
    <a:clrScheme name="Simple Light">
      <a:dk1>
        <a:srgbClr val="FFFFFF"/>
      </a:dk1>
      <a:lt1>
        <a:srgbClr val="EDECDF"/>
      </a:lt1>
      <a:dk2>
        <a:srgbClr val="C8A591"/>
      </a:dk2>
      <a:lt2>
        <a:srgbClr val="FFFFFF"/>
      </a:lt2>
      <a:accent1>
        <a:srgbClr val="A0A299"/>
      </a:accent1>
      <a:accent2>
        <a:srgbClr val="40474B"/>
      </a:accent2>
      <a:accent3>
        <a:srgbClr val="C8A591"/>
      </a:accent3>
      <a:accent4>
        <a:srgbClr val="EDECDF"/>
      </a:accent4>
      <a:accent5>
        <a:srgbClr val="A0A299"/>
      </a:accent5>
      <a:accent6>
        <a:srgbClr val="FFFFFF"/>
      </a:accent6>
      <a:hlink>
        <a:srgbClr val="40474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451</Words>
  <Application>Microsoft Office PowerPoint</Application>
  <PresentationFormat>On-screen Show (16:9)</PresentationFormat>
  <Paragraphs>88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Manjari</vt:lpstr>
      <vt:lpstr>Nunito</vt:lpstr>
      <vt:lpstr>Hammersmith One</vt:lpstr>
      <vt:lpstr>Elegant Education Pack for Students XL by Slidesgo</vt:lpstr>
      <vt:lpstr>Gramofon 1</vt:lpstr>
      <vt:lpstr>Zadatak</vt:lpstr>
      <vt:lpstr>PowerPoint Presentation</vt:lpstr>
      <vt:lpstr>Pregled koda</vt:lpstr>
      <vt:lpstr>MOD 1</vt:lpstr>
      <vt:lpstr>MOD 2</vt:lpstr>
      <vt:lpstr>MOD 1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Gramofon 1</dc:title>
  <dc:creator>Mihailo Bošnjak</dc:creator>
  <cp:lastModifiedBy>Korisnik</cp:lastModifiedBy>
  <cp:revision>17</cp:revision>
  <dcterms:modified xsi:type="dcterms:W3CDTF">2024-01-17T08:25:56Z</dcterms:modified>
</cp:coreProperties>
</file>